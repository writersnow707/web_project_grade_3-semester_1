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</p:sldMasterIdLst>
  <p:notesMasterIdLst>
    <p:notesMasterId r:id="rId16"/>
  </p:notesMasterIdLst>
  <p:sldIdLst>
    <p:sldId id="591" r:id="rId2"/>
    <p:sldId id="592" r:id="rId3"/>
    <p:sldId id="597" r:id="rId4"/>
    <p:sldId id="608" r:id="rId5"/>
    <p:sldId id="598" r:id="rId6"/>
    <p:sldId id="600" r:id="rId7"/>
    <p:sldId id="604" r:id="rId8"/>
    <p:sldId id="602" r:id="rId9"/>
    <p:sldId id="605" r:id="rId10"/>
    <p:sldId id="609" r:id="rId11"/>
    <p:sldId id="606" r:id="rId12"/>
    <p:sldId id="607" r:id="rId13"/>
    <p:sldId id="610" r:id="rId14"/>
    <p:sldId id="611" r:id="rId15"/>
  </p:sldIdLst>
  <p:sldSz cx="9144000" cy="6858000" type="screen4x3"/>
  <p:notesSz cx="7099300" cy="10234613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  <p:embeddedFont>
      <p:font typeface="Segoe UI Light" panose="020B0502040204020203" pitchFamily="34" charset="0"/>
      <p:regular r:id="rId23"/>
      <p:italic r:id="rId24"/>
    </p:embeddedFont>
    <p:embeddedFont>
      <p:font typeface="맑은 고딕" panose="020B0503020000020004" pitchFamily="50" charset="-127"/>
      <p:regular r:id="rId25"/>
      <p:bold r:id="rId26"/>
    </p:embeddedFont>
    <p:embeddedFont>
      <p:font typeface="배찌체" panose="00000500000000000000" pitchFamily="2" charset="-127"/>
      <p:regular r:id="rId2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3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05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3A2E7-0719-47CE-885E-0793527D1170}" type="datetimeFigureOut">
              <a:rPr lang="ko-KR" altLang="en-US" smtClean="0"/>
              <a:t>2022-06-09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AE1C1-C81E-4772-892D-8808EAAD8F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955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B949-82F9-4B5B-8B9F-48758225011C}" type="datetime1">
              <a:rPr lang="ko-KR" altLang="en-US" smtClean="0"/>
              <a:t>2022-06-09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97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779C7-5C98-45E0-A5C0-D626E55C6101}" type="datetime1">
              <a:rPr lang="ko-KR" altLang="en-US" smtClean="0"/>
              <a:t>2022-06-09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007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DCD96-7AAE-4F71-86A7-6A48E6EF1A23}" type="datetime1">
              <a:rPr lang="ko-KR" altLang="en-US" smtClean="0"/>
              <a:t>2022-06-09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23E4-AAC0-47F5-AC7A-379CFD4AFA9C}" type="datetime1">
              <a:rPr lang="ko-KR" altLang="en-US" smtClean="0"/>
              <a:t>2022-06-09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893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3DEAA-6576-4E34-A01B-81CAD4363AAF}" type="datetime1">
              <a:rPr lang="ko-KR" altLang="en-US" smtClean="0"/>
              <a:t>2022-06-09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68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BAC8A-A756-476B-9084-3BDBD4E7C08D}" type="datetime1">
              <a:rPr lang="ko-KR" altLang="en-US" smtClean="0"/>
              <a:t>2022-06-09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52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 bwMode="ltGray">
          <a:xfrm>
            <a:off x="269304" y="201907"/>
            <a:ext cx="6633302" cy="70370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r>
              <a:rPr lang="en-US" sz="28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6" name="내용 개체 틀 2"/>
          <p:cNvSpPr txBox="1">
            <a:spLocks/>
          </p:cNvSpPr>
          <p:nvPr userDrawn="1"/>
        </p:nvSpPr>
        <p:spPr>
          <a:xfrm>
            <a:off x="623383" y="1105118"/>
            <a:ext cx="7886700" cy="4706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269303" y="1105117"/>
            <a:ext cx="8504583" cy="5023539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269875" y="201613"/>
            <a:ext cx="6632575" cy="70326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661002" y="6328165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7794632-D888-4270-8AF5-7FF0A682F488}" type="slidenum">
              <a:rPr lang="ko-KR" altLang="en-US" sz="1200" smtClean="0"/>
              <a:t>‹#›</a:t>
            </a:fld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5960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0EB93-FE87-425A-AA38-3A3985E44E3E}" type="datetime1">
              <a:rPr lang="ko-KR" altLang="en-US" smtClean="0"/>
              <a:t>2022-06-09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80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2164-2BE2-4788-AE34-B14CAAAD4111}" type="datetime1">
              <a:rPr lang="ko-KR" altLang="en-US" smtClean="0"/>
              <a:t>2022-06-09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09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0564D-7F46-485E-AD9B-94C376F0B69D}" type="datetime1">
              <a:rPr lang="ko-KR" altLang="en-US" smtClean="0"/>
              <a:t>2022-06-09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00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8CE84-8071-4D3D-B822-4967DC03C67C}" type="datetime1">
              <a:rPr lang="ko-KR" altLang="en-US" smtClean="0"/>
              <a:t>2022-06-09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21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B3770-5CB0-460A-AAF1-F9BF1C2D206E}" type="datetime1">
              <a:rPr lang="ko-KR" altLang="en-US" smtClean="0"/>
              <a:t>2022-06-09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377B4-4B3A-4B66-B4B1-D98A39468F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8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0A9C752-00D5-4A08-8143-DE588974F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동작화면</a:t>
            </a:r>
            <a:r>
              <a:rPr lang="ko-KR" altLang="en-US" dirty="0"/>
              <a:t> 예시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4E992A-F93C-4EC4-8CA1-FDCE0BE319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과제</a:t>
            </a:r>
            <a:r>
              <a:rPr lang="en-US" altLang="ko-KR" dirty="0"/>
              <a:t>22: </a:t>
            </a:r>
            <a:r>
              <a:rPr lang="ko-KR" altLang="en-US" dirty="0" err="1"/>
              <a:t>회원관리및로그인기능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3D0B67D-21D2-482F-9235-7572A7BC2143}"/>
              </a:ext>
            </a:extLst>
          </p:cNvPr>
          <p:cNvSpPr/>
          <p:nvPr/>
        </p:nvSpPr>
        <p:spPr>
          <a:xfrm>
            <a:off x="4005943" y="2171148"/>
            <a:ext cx="483032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+mj-ea"/>
                <a:ea typeface="+mj-ea"/>
              </a:rPr>
              <a:t>o </a:t>
            </a:r>
            <a:r>
              <a:rPr lang="ko-KR" altLang="en-US" sz="1200" dirty="0">
                <a:latin typeface="+mj-ea"/>
                <a:ea typeface="+mj-ea"/>
              </a:rPr>
              <a:t>다음의 프로그램들 중에서 수행할 함수를 선택하세요</a:t>
            </a:r>
            <a:r>
              <a:rPr lang="en-US" altLang="ko-KR" sz="1200" dirty="0">
                <a:latin typeface="+mj-ea"/>
                <a:ea typeface="+mj-ea"/>
              </a:rPr>
              <a:t>.</a:t>
            </a:r>
            <a:endParaRPr lang="ko-KR" altLang="en-US" sz="1200" dirty="0">
              <a:latin typeface="+mj-ea"/>
              <a:ea typeface="+mj-ea"/>
            </a:endParaRPr>
          </a:p>
          <a:p>
            <a:pPr marL="347472" indent="-347472"/>
            <a:r>
              <a:rPr lang="en-US" altLang="ko-KR" sz="1200" b="1" dirty="0">
                <a:solidFill>
                  <a:srgbClr val="FF0000"/>
                </a:solidFill>
                <a:latin typeface="+mj-ea"/>
                <a:ea typeface="+mj-ea"/>
              </a:rPr>
              <a:t>0) </a:t>
            </a:r>
            <a:r>
              <a:rPr lang="ko-KR" altLang="en-US" sz="1200" b="1" dirty="0">
                <a:solidFill>
                  <a:srgbClr val="FF0000"/>
                </a:solidFill>
                <a:latin typeface="+mj-ea"/>
                <a:ea typeface="+mj-ea"/>
              </a:rPr>
              <a:t>회원관리</a:t>
            </a:r>
            <a:r>
              <a:rPr lang="en-US" altLang="ko-KR" sz="1200" b="1" dirty="0">
                <a:solidFill>
                  <a:srgbClr val="FF0000"/>
                </a:solidFill>
                <a:latin typeface="+mj-ea"/>
                <a:ea typeface="+mj-ea"/>
              </a:rPr>
              <a:t>(Administrator</a:t>
            </a:r>
            <a:r>
              <a:rPr lang="ko-KR" altLang="en-US" sz="1200" b="1" dirty="0">
                <a:solidFill>
                  <a:srgbClr val="FF0000"/>
                </a:solidFill>
                <a:latin typeface="+mj-ea"/>
                <a:ea typeface="+mj-ea"/>
              </a:rPr>
              <a:t>로 로그인시에만 동작</a:t>
            </a:r>
            <a:r>
              <a:rPr lang="en-US" altLang="ko-KR" sz="1200" b="1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</a:p>
          <a:p>
            <a:pPr marL="347472" indent="-347472"/>
            <a:r>
              <a:rPr lang="en-US" altLang="ko-KR" sz="1200" dirty="0">
                <a:latin typeface="+mj-ea"/>
                <a:ea typeface="+mj-ea"/>
              </a:rPr>
              <a:t>1) </a:t>
            </a:r>
            <a:r>
              <a:rPr lang="ko-KR" altLang="en-US" sz="1200" dirty="0">
                <a:latin typeface="+mj-ea"/>
                <a:ea typeface="+mj-ea"/>
              </a:rPr>
              <a:t>커피 메뉴를 넣으면 가격을 출력해 주는 프로그램</a:t>
            </a:r>
          </a:p>
          <a:p>
            <a:pPr marL="347472" indent="-347472"/>
            <a:r>
              <a:rPr lang="en-US" altLang="ko-KR" sz="1200" dirty="0">
                <a:latin typeface="+mj-ea"/>
                <a:ea typeface="+mj-ea"/>
              </a:rPr>
              <a:t>2) </a:t>
            </a:r>
            <a:r>
              <a:rPr lang="ko-KR" altLang="en-US" sz="1200" dirty="0">
                <a:latin typeface="+mj-ea"/>
                <a:ea typeface="+mj-ea"/>
              </a:rPr>
              <a:t>입력된 수의 평균과 </a:t>
            </a:r>
            <a:r>
              <a:rPr lang="ko-KR" altLang="en-US" sz="1200" dirty="0" err="1">
                <a:latin typeface="+mj-ea"/>
                <a:ea typeface="+mj-ea"/>
              </a:rPr>
              <a:t>갯수</a:t>
            </a:r>
            <a:r>
              <a:rPr lang="ko-KR" altLang="en-US" sz="1200" dirty="0">
                <a:latin typeface="+mj-ea"/>
                <a:ea typeface="+mj-ea"/>
              </a:rPr>
              <a:t> 구하기해서 화면에 프린트하기</a:t>
            </a:r>
          </a:p>
          <a:p>
            <a:pPr marL="347472" indent="-347472"/>
            <a:r>
              <a:rPr lang="en-US" altLang="ko-KR" sz="1200" dirty="0">
                <a:latin typeface="+mj-ea"/>
                <a:ea typeface="+mj-ea"/>
              </a:rPr>
              <a:t>3) </a:t>
            </a:r>
            <a:r>
              <a:rPr lang="ko-KR" altLang="en-US" sz="1200" dirty="0">
                <a:latin typeface="+mj-ea"/>
                <a:ea typeface="+mj-ea"/>
              </a:rPr>
              <a:t>알파벳 </a:t>
            </a:r>
            <a:r>
              <a:rPr lang="en-US" altLang="ko-KR" sz="1200" dirty="0">
                <a:latin typeface="+mj-ea"/>
                <a:ea typeface="+mj-ea"/>
              </a:rPr>
              <a:t>A</a:t>
            </a:r>
            <a:r>
              <a:rPr lang="ko-KR" altLang="en-US" sz="1200" dirty="0">
                <a:latin typeface="+mj-ea"/>
                <a:ea typeface="+mj-ea"/>
              </a:rPr>
              <a:t>부터 </a:t>
            </a:r>
            <a:r>
              <a:rPr lang="en-US" altLang="ko-KR" sz="1200" dirty="0">
                <a:latin typeface="+mj-ea"/>
                <a:ea typeface="+mj-ea"/>
              </a:rPr>
              <a:t>Z</a:t>
            </a:r>
            <a:r>
              <a:rPr lang="ko-KR" altLang="en-US" sz="1200" dirty="0">
                <a:latin typeface="+mj-ea"/>
                <a:ea typeface="+mj-ea"/>
              </a:rPr>
              <a:t>까지 프린트하기</a:t>
            </a:r>
          </a:p>
          <a:p>
            <a:pPr marL="347472" indent="-347472"/>
            <a:r>
              <a:rPr lang="en-US" altLang="ko-KR" sz="1200" dirty="0">
                <a:latin typeface="+mj-ea"/>
                <a:ea typeface="+mj-ea"/>
              </a:rPr>
              <a:t>4) </a:t>
            </a:r>
            <a:r>
              <a:rPr lang="ko-KR" altLang="en-US" sz="1200" dirty="0">
                <a:latin typeface="+mj-ea"/>
                <a:ea typeface="+mj-ea"/>
              </a:rPr>
              <a:t>정수 </a:t>
            </a:r>
            <a:r>
              <a:rPr lang="en-US" altLang="ko-KR" sz="1200" dirty="0">
                <a:latin typeface="+mj-ea"/>
                <a:ea typeface="+mj-ea"/>
              </a:rPr>
              <a:t>x</a:t>
            </a:r>
            <a:r>
              <a:rPr lang="ko-KR" altLang="en-US" sz="1200" dirty="0">
                <a:latin typeface="+mj-ea"/>
                <a:ea typeface="+mj-ea"/>
              </a:rPr>
              <a:t>와 </a:t>
            </a:r>
            <a:r>
              <a:rPr lang="en-US" altLang="ko-KR" sz="1200" dirty="0">
                <a:latin typeface="+mj-ea"/>
                <a:ea typeface="+mj-ea"/>
              </a:rPr>
              <a:t>y</a:t>
            </a:r>
            <a:r>
              <a:rPr lang="ko-KR" altLang="en-US" sz="1200" dirty="0">
                <a:latin typeface="+mj-ea"/>
                <a:ea typeface="+mj-ea"/>
              </a:rPr>
              <a:t>를 </a:t>
            </a:r>
            <a:r>
              <a:rPr lang="ko-KR" altLang="en-US" sz="1200" dirty="0" err="1">
                <a:latin typeface="+mj-ea"/>
                <a:ea typeface="+mj-ea"/>
              </a:rPr>
              <a:t>입력받아</a:t>
            </a:r>
            <a:r>
              <a:rPr lang="en-US" altLang="ko-KR" sz="1200" dirty="0">
                <a:latin typeface="+mj-ea"/>
                <a:ea typeface="+mj-ea"/>
              </a:rPr>
              <a:t>, x</a:t>
            </a:r>
            <a:r>
              <a:rPr lang="ko-KR" altLang="en-US" sz="1200" dirty="0">
                <a:latin typeface="+mj-ea"/>
                <a:ea typeface="+mj-ea"/>
              </a:rPr>
              <a:t>부터 </a:t>
            </a:r>
            <a:r>
              <a:rPr lang="en-US" altLang="ko-KR" sz="1200" dirty="0">
                <a:latin typeface="+mj-ea"/>
                <a:ea typeface="+mj-ea"/>
              </a:rPr>
              <a:t>y</a:t>
            </a:r>
            <a:r>
              <a:rPr lang="ko-KR" altLang="en-US" sz="1200" dirty="0">
                <a:latin typeface="+mj-ea"/>
                <a:ea typeface="+mj-ea"/>
              </a:rPr>
              <a:t>까지 더하는 과정과 결과 보이기</a:t>
            </a:r>
          </a:p>
          <a:p>
            <a:pPr marL="347472" indent="-347472"/>
            <a:r>
              <a:rPr lang="en-US" altLang="ko-KR" sz="1200" dirty="0">
                <a:latin typeface="+mj-ea"/>
                <a:ea typeface="+mj-ea"/>
              </a:rPr>
              <a:t>5) …</a:t>
            </a:r>
          </a:p>
          <a:p>
            <a:pPr marL="347472" indent="-347472"/>
            <a:r>
              <a:rPr lang="en-US" altLang="ko-KR" sz="1200" dirty="0">
                <a:latin typeface="+mj-ea"/>
                <a:ea typeface="+mj-ea"/>
              </a:rPr>
              <a:t>….</a:t>
            </a:r>
          </a:p>
          <a:p>
            <a:pPr marL="347472" indent="-347472"/>
            <a:r>
              <a:rPr lang="en-US" altLang="ko-KR" sz="1200" dirty="0">
                <a:latin typeface="+mj-ea"/>
              </a:rPr>
              <a:t>8) </a:t>
            </a:r>
            <a:r>
              <a:rPr lang="ko-KR" altLang="en-US" sz="1200" dirty="0" err="1">
                <a:latin typeface="+mj-ea"/>
              </a:rPr>
              <a:t>학생성적</a:t>
            </a:r>
            <a:r>
              <a:rPr lang="ko-KR" altLang="en-US" sz="1200" dirty="0">
                <a:latin typeface="+mj-ea"/>
              </a:rPr>
              <a:t> 처리 프로그램</a:t>
            </a:r>
            <a:r>
              <a:rPr lang="en-US" altLang="ko-KR" sz="1200" dirty="0">
                <a:latin typeface="+mj-ea"/>
              </a:rPr>
              <a:t>(1</a:t>
            </a:r>
            <a:r>
              <a:rPr lang="ko-KR" altLang="en-US" sz="1200" dirty="0" err="1">
                <a:latin typeface="+mj-ea"/>
              </a:rPr>
              <a:t>차원배열</a:t>
            </a:r>
            <a:r>
              <a:rPr lang="en-US" altLang="ko-KR" sz="1200" dirty="0">
                <a:latin typeface="+mj-ea"/>
              </a:rPr>
              <a:t>)</a:t>
            </a:r>
            <a:endParaRPr lang="ko-KR" altLang="en-US" sz="1200" dirty="0">
              <a:latin typeface="+mj-ea"/>
            </a:endParaRPr>
          </a:p>
          <a:p>
            <a:pPr marL="347472" indent="-347472"/>
            <a:r>
              <a:rPr lang="en-US" altLang="ko-KR" sz="1200" dirty="0">
                <a:latin typeface="+mj-ea"/>
                <a:ea typeface="+mj-ea"/>
              </a:rPr>
              <a:t>9) </a:t>
            </a:r>
            <a:r>
              <a:rPr lang="ko-KR" altLang="en-US" sz="1200" dirty="0">
                <a:latin typeface="+mj-ea"/>
                <a:ea typeface="+mj-ea"/>
              </a:rPr>
              <a:t>클래스기반 </a:t>
            </a:r>
            <a:r>
              <a:rPr lang="en-US" altLang="ko-KR" sz="1200" dirty="0">
                <a:latin typeface="+mj-ea"/>
                <a:ea typeface="+mj-ea"/>
              </a:rPr>
              <a:t>Book </a:t>
            </a:r>
            <a:r>
              <a:rPr lang="ko-KR" altLang="en-US" sz="1200" dirty="0">
                <a:latin typeface="+mj-ea"/>
                <a:ea typeface="+mj-ea"/>
              </a:rPr>
              <a:t>관리 프로그램</a:t>
            </a:r>
            <a:endParaRPr lang="en-US" altLang="ko-KR" sz="1200" dirty="0">
              <a:latin typeface="+mj-ea"/>
              <a:ea typeface="+mj-ea"/>
            </a:endParaRPr>
          </a:p>
          <a:p>
            <a:pPr marL="347472" indent="-347472"/>
            <a:r>
              <a:rPr lang="en-US" altLang="ko-KR" sz="1200" dirty="0">
                <a:latin typeface="+mj-ea"/>
                <a:ea typeface="+mj-ea"/>
              </a:rPr>
              <a:t>10) </a:t>
            </a:r>
            <a:r>
              <a:rPr lang="ko-KR" altLang="en-US" sz="1200" dirty="0" err="1">
                <a:latin typeface="+mj-ea"/>
                <a:ea typeface="+mj-ea"/>
              </a:rPr>
              <a:t>대학구성원</a:t>
            </a:r>
            <a:r>
              <a:rPr lang="ko-KR" altLang="en-US" sz="1200" dirty="0">
                <a:latin typeface="+mj-ea"/>
                <a:ea typeface="+mj-ea"/>
              </a:rPr>
              <a:t> 관리 프로그램</a:t>
            </a:r>
            <a:endParaRPr lang="en-US" altLang="ko-KR" sz="1200" dirty="0">
              <a:latin typeface="+mj-ea"/>
              <a:ea typeface="+mj-ea"/>
            </a:endParaRPr>
          </a:p>
          <a:p>
            <a:pPr marL="347472" indent="-347472"/>
            <a:r>
              <a:rPr lang="en-US" altLang="ko-KR" sz="1200" dirty="0">
                <a:latin typeface="+mj-ea"/>
              </a:rPr>
              <a:t>11) </a:t>
            </a:r>
            <a:r>
              <a:rPr lang="ko-KR" altLang="en-US" sz="1200" dirty="0" err="1">
                <a:latin typeface="+mj-ea"/>
              </a:rPr>
              <a:t>대학구성원</a:t>
            </a:r>
            <a:r>
              <a:rPr lang="ko-KR" altLang="en-US" sz="1200" dirty="0">
                <a:latin typeface="+mj-ea"/>
              </a:rPr>
              <a:t> 관리 프로그램</a:t>
            </a:r>
            <a:r>
              <a:rPr lang="en-US" altLang="ko-KR" sz="1200" dirty="0">
                <a:latin typeface="+mj-ea"/>
              </a:rPr>
              <a:t>(</a:t>
            </a:r>
            <a:r>
              <a:rPr lang="en-US" altLang="ko-KR" sz="1200" dirty="0" err="1">
                <a:latin typeface="+mj-ea"/>
              </a:rPr>
              <a:t>ArrayList</a:t>
            </a:r>
            <a:r>
              <a:rPr lang="en-US" altLang="ko-KR" sz="1200" dirty="0">
                <a:latin typeface="+mj-ea"/>
              </a:rPr>
              <a:t>)</a:t>
            </a:r>
          </a:p>
          <a:p>
            <a:pPr marL="347472" indent="-347472"/>
            <a:endParaRPr lang="en-US" altLang="ko-KR" sz="1200" b="1" dirty="0">
              <a:latin typeface="+mj-ea"/>
              <a:ea typeface="+mj-ea"/>
            </a:endParaRPr>
          </a:p>
          <a:p>
            <a:pPr marL="347472" indent="-347472"/>
            <a:r>
              <a:rPr lang="en-US" altLang="ko-KR" sz="1200" dirty="0">
                <a:latin typeface="+mj-ea"/>
                <a:ea typeface="+mj-ea"/>
              </a:rPr>
              <a:t>0) </a:t>
            </a:r>
            <a:r>
              <a:rPr lang="ko-KR" altLang="en-US" sz="1200" dirty="0">
                <a:latin typeface="+mj-ea"/>
                <a:ea typeface="+mj-ea"/>
              </a:rPr>
              <a:t>종료</a:t>
            </a:r>
            <a:endParaRPr lang="en-US" altLang="ko-KR" sz="1200" dirty="0">
              <a:latin typeface="+mj-ea"/>
              <a:ea typeface="+mj-ea"/>
            </a:endParaRPr>
          </a:p>
          <a:p>
            <a:pPr marL="347472" indent="-347472"/>
            <a:endParaRPr lang="en-US" altLang="ko-KR" sz="1200" b="0" i="0" dirty="0">
              <a:effectLst/>
              <a:latin typeface="+mj-ea"/>
              <a:ea typeface="+mj-ea"/>
            </a:endParaRPr>
          </a:p>
          <a:p>
            <a:pPr marL="347472" indent="-347472"/>
            <a:r>
              <a:rPr lang="ko-KR" altLang="en-US" sz="1200" dirty="0">
                <a:latin typeface="+mj-ea"/>
                <a:ea typeface="+mj-ea"/>
              </a:rPr>
              <a:t>입력 </a:t>
            </a:r>
            <a:r>
              <a:rPr lang="en-US" altLang="ko-KR" sz="1200" dirty="0">
                <a:latin typeface="+mj-ea"/>
                <a:ea typeface="+mj-ea"/>
              </a:rPr>
              <a:t>: _____</a:t>
            </a:r>
            <a:endParaRPr lang="ko-KR" altLang="en-US" sz="1200" b="0" i="0" dirty="0">
              <a:effectLst/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8EB486-E9D3-4697-B1E5-8594551B6D81}"/>
              </a:ext>
            </a:extLst>
          </p:cNvPr>
          <p:cNvSpPr txBox="1"/>
          <p:nvPr/>
        </p:nvSpPr>
        <p:spPr>
          <a:xfrm>
            <a:off x="3095939" y="1209112"/>
            <a:ext cx="2765501" cy="27699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기존의 리포트에 추가해서 구현할 것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EB486-E9D3-4697-B1E5-8594551B6D81}"/>
              </a:ext>
            </a:extLst>
          </p:cNvPr>
          <p:cNvSpPr txBox="1"/>
          <p:nvPr/>
        </p:nvSpPr>
        <p:spPr>
          <a:xfrm>
            <a:off x="1540345" y="1731207"/>
            <a:ext cx="1745734" cy="46166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/>
              <a:t>package </a:t>
            </a:r>
            <a:r>
              <a:rPr lang="ko-KR" altLang="en-US" sz="1200" dirty="0"/>
              <a:t>이름</a:t>
            </a:r>
            <a:endParaRPr lang="en-US" altLang="ko-KR" sz="1200" dirty="0"/>
          </a:p>
          <a:p>
            <a:r>
              <a:rPr lang="en-US" altLang="ko-KR" sz="1200" dirty="0"/>
              <a:t>     </a:t>
            </a:r>
            <a:r>
              <a:rPr lang="en-US" altLang="ko-KR" sz="1200" dirty="0" err="1"/>
              <a:t>ksnu</a:t>
            </a:r>
            <a:r>
              <a:rPr lang="en-US" altLang="ko-KR" sz="1200" dirty="0"/>
              <a:t>.</a:t>
            </a:r>
            <a:r>
              <a:rPr lang="ko-KR" altLang="en-US" sz="1200" dirty="0"/>
              <a:t>본인</a:t>
            </a:r>
            <a:r>
              <a:rPr lang="en-US" altLang="ko-KR" sz="1200" dirty="0"/>
              <a:t>id.lecture13</a:t>
            </a:r>
            <a:endParaRPr lang="ko-KR" altLang="en-US" sz="12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D0B67D-21D2-482F-9235-7572A7BC2143}"/>
              </a:ext>
            </a:extLst>
          </p:cNvPr>
          <p:cNvSpPr/>
          <p:nvPr/>
        </p:nvSpPr>
        <p:spPr>
          <a:xfrm>
            <a:off x="64102" y="2871203"/>
            <a:ext cx="27963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+mj-ea"/>
                <a:ea typeface="+mj-ea"/>
              </a:rPr>
              <a:t>&lt;‘</a:t>
            </a:r>
            <a:r>
              <a:rPr lang="ko-KR" altLang="en-US" sz="1400" dirty="0">
                <a:solidFill>
                  <a:srgbClr val="FF0000"/>
                </a:solidFill>
                <a:latin typeface="+mj-ea"/>
                <a:ea typeface="+mj-ea"/>
              </a:rPr>
              <a:t>홍길동</a:t>
            </a:r>
            <a:r>
              <a:rPr lang="en-US" altLang="ko-KR" sz="1400" dirty="0">
                <a:solidFill>
                  <a:srgbClr val="FF0000"/>
                </a:solidFill>
                <a:latin typeface="+mj-ea"/>
                <a:ea typeface="+mj-ea"/>
              </a:rPr>
              <a:t>＇</a:t>
            </a:r>
            <a:r>
              <a:rPr lang="ko-KR" altLang="en-US" sz="1400" dirty="0">
                <a:solidFill>
                  <a:srgbClr val="FF0000"/>
                </a:solidFill>
                <a:latin typeface="+mj-ea"/>
                <a:ea typeface="+mj-ea"/>
              </a:rPr>
              <a:t>의 프로그램 포털</a:t>
            </a:r>
            <a:r>
              <a:rPr lang="en-US" altLang="ko-KR" sz="1400" dirty="0">
                <a:solidFill>
                  <a:srgbClr val="FF0000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ko-KR" sz="1400" dirty="0">
                <a:solidFill>
                  <a:srgbClr val="FF0000"/>
                </a:solidFill>
                <a:latin typeface="+mj-ea"/>
                <a:ea typeface="+mj-ea"/>
              </a:rPr>
              <a:t>id</a:t>
            </a:r>
            <a:r>
              <a:rPr lang="ko-KR" altLang="en-US" sz="1400" dirty="0">
                <a:solidFill>
                  <a:srgbClr val="FF0000"/>
                </a:solidFill>
                <a:latin typeface="+mj-ea"/>
                <a:ea typeface="+mj-ea"/>
              </a:rPr>
              <a:t>와 </a:t>
            </a:r>
            <a:r>
              <a:rPr lang="en-US" altLang="ko-KR" sz="1400" dirty="0">
                <a:solidFill>
                  <a:srgbClr val="FF0000"/>
                </a:solidFill>
                <a:latin typeface="+mj-ea"/>
                <a:ea typeface="+mj-ea"/>
              </a:rPr>
              <a:t>password</a:t>
            </a:r>
            <a:r>
              <a:rPr lang="ko-KR" altLang="en-US" sz="1400" dirty="0">
                <a:solidFill>
                  <a:srgbClr val="FF0000"/>
                </a:solidFill>
                <a:latin typeface="+mj-ea"/>
                <a:ea typeface="+mj-ea"/>
              </a:rPr>
              <a:t>를 입력하세요</a:t>
            </a:r>
            <a:r>
              <a:rPr lang="en-US" altLang="ko-KR" sz="1400" dirty="0">
                <a:solidFill>
                  <a:srgbClr val="FF0000"/>
                </a:solidFill>
                <a:latin typeface="+mj-ea"/>
                <a:ea typeface="+mj-ea"/>
              </a:rPr>
              <a:t>.</a:t>
            </a:r>
          </a:p>
          <a:p>
            <a:r>
              <a:rPr lang="en-US" altLang="ko-KR" sz="1400" b="0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          id : __________</a:t>
            </a:r>
            <a:br>
              <a:rPr lang="en-US" altLang="ko-KR" sz="1400" b="0" i="0" dirty="0">
                <a:solidFill>
                  <a:srgbClr val="FF0000"/>
                </a:solidFill>
                <a:effectLst/>
                <a:latin typeface="+mj-ea"/>
                <a:ea typeface="+mj-ea"/>
              </a:rPr>
            </a:br>
            <a:r>
              <a:rPr lang="en-US" altLang="ko-KR" sz="1400" b="0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password : ________</a:t>
            </a:r>
          </a:p>
          <a:p>
            <a:endParaRPr lang="en-US" altLang="ko-KR" sz="1400" b="0" i="0" dirty="0">
              <a:solidFill>
                <a:srgbClr val="FF0000"/>
              </a:solidFill>
              <a:effectLst/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초기 </a:t>
            </a:r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id/pass</a:t>
            </a:r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는 </a:t>
            </a:r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root</a:t>
            </a:r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와 </a:t>
            </a:r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1234</a:t>
            </a:r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로</a:t>
            </a:r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기본 설정</a:t>
            </a:r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후 </a:t>
            </a:r>
            <a:r>
              <a:rPr lang="ko-KR" altLang="en-US" sz="1000" b="0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변경할 수 있게 함</a:t>
            </a:r>
            <a:r>
              <a:rPr lang="en-US" altLang="ko-KR" sz="1000" b="0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(</a:t>
            </a:r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기본 </a:t>
            </a:r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administrator)</a:t>
            </a:r>
            <a:endParaRPr lang="en-US" altLang="ko-KR" sz="1000" b="0" i="0" dirty="0">
              <a:solidFill>
                <a:srgbClr val="FF0000"/>
              </a:solidFill>
              <a:effectLst/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id/pass </a:t>
            </a:r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틀리면</a:t>
            </a:r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, ‘</a:t>
            </a:r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비밀번호가 틀립니다</a:t>
            </a:r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＇</a:t>
            </a:r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메시지 후 다시 </a:t>
            </a:r>
            <a:r>
              <a:rPr lang="en-US" altLang="ko-KR" sz="1000" dirty="0">
                <a:solidFill>
                  <a:srgbClr val="FF0000"/>
                </a:solidFill>
                <a:latin typeface="+mj-ea"/>
                <a:ea typeface="+mj-ea"/>
              </a:rPr>
              <a:t>id/pass </a:t>
            </a:r>
            <a:r>
              <a:rPr lang="ko-KR" altLang="en-US" sz="1000" dirty="0">
                <a:solidFill>
                  <a:srgbClr val="FF0000"/>
                </a:solidFill>
                <a:latin typeface="+mj-ea"/>
                <a:ea typeface="+mj-ea"/>
              </a:rPr>
              <a:t>입력 화면 보임</a:t>
            </a:r>
            <a:endParaRPr lang="en-US" altLang="ko-KR" sz="10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0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Administrator</a:t>
            </a:r>
            <a:r>
              <a:rPr lang="ko-KR" altLang="en-US" sz="1000" b="0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는 </a:t>
            </a:r>
            <a:r>
              <a:rPr lang="ko-KR" altLang="en-US" sz="1000" b="0" i="0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여러명</a:t>
            </a:r>
            <a:r>
              <a:rPr lang="ko-KR" altLang="en-US" sz="1000" b="0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 일 수 있음</a:t>
            </a:r>
          </a:p>
        </p:txBody>
      </p:sp>
      <p:cxnSp>
        <p:nvCxnSpPr>
          <p:cNvPr id="11" name="직선 화살표 연결선 10"/>
          <p:cNvCxnSpPr>
            <a:stCxn id="7" idx="2"/>
          </p:cNvCxnSpPr>
          <p:nvPr/>
        </p:nvCxnSpPr>
        <p:spPr>
          <a:xfrm flipH="1">
            <a:off x="2096965" y="2192872"/>
            <a:ext cx="316247" cy="629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7" idx="2"/>
          </p:cNvCxnSpPr>
          <p:nvPr/>
        </p:nvCxnSpPr>
        <p:spPr>
          <a:xfrm>
            <a:off x="2413212" y="2192872"/>
            <a:ext cx="1631250" cy="267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오른쪽 화살표 13"/>
          <p:cNvSpPr/>
          <p:nvPr/>
        </p:nvSpPr>
        <p:spPr>
          <a:xfrm>
            <a:off x="3035444" y="3389107"/>
            <a:ext cx="579246" cy="332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2819159" y="298456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id/pass </a:t>
            </a:r>
            <a:r>
              <a:rPr lang="ko-KR" altLang="en-US" sz="1000" dirty="0"/>
              <a:t>맞으면</a:t>
            </a:r>
            <a:endParaRPr lang="en-US" altLang="ko-KR" sz="1000" dirty="0"/>
          </a:p>
          <a:p>
            <a:r>
              <a:rPr lang="ko-KR" altLang="en-US" sz="1000" dirty="0"/>
              <a:t>로그인 후 이동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3770" y="5341577"/>
            <a:ext cx="3706464" cy="27699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/>
              <a:t>0</a:t>
            </a:r>
            <a:r>
              <a:rPr lang="ko-KR" altLang="en-US" sz="1200" dirty="0"/>
              <a:t>번을 입력하면 다음 페이지 회원관리 화면으로 이동</a:t>
            </a:r>
          </a:p>
        </p:txBody>
      </p:sp>
    </p:spTree>
    <p:extLst>
      <p:ext uri="{BB962C8B-B14F-4D97-AF65-F5344CB8AC3E}">
        <p14:creationId xmlns:p14="http://schemas.microsoft.com/office/powerpoint/2010/main" val="3257107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69303" y="1225550"/>
            <a:ext cx="8779447" cy="4903106"/>
          </a:xfrm>
        </p:spPr>
        <p:txBody>
          <a:bodyPr>
            <a:normAutofit/>
          </a:bodyPr>
          <a:lstStyle/>
          <a:p>
            <a:r>
              <a:rPr lang="ko-KR" altLang="en-US" dirty="0"/>
              <a:t>회원관리 프로그램</a:t>
            </a:r>
            <a:endParaRPr lang="en-US" altLang="ko-KR" dirty="0"/>
          </a:p>
          <a:p>
            <a:pPr lvl="1"/>
            <a:r>
              <a:rPr lang="ko-KR" altLang="en-US" dirty="0"/>
              <a:t>회원정보는 파일에 저장되어야 함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프로그램 완전 종료 할 때마다 회원정보 파일을 </a:t>
            </a:r>
            <a:r>
              <a:rPr lang="ko-KR" altLang="en-US" dirty="0" err="1"/>
              <a:t>재기록함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완전 종료 후 재 시작 했을 때</a:t>
            </a:r>
            <a:r>
              <a:rPr lang="en-US" altLang="ko-KR" dirty="0"/>
              <a:t>, </a:t>
            </a:r>
            <a:r>
              <a:rPr lang="ko-KR" altLang="en-US" dirty="0"/>
              <a:t>파일로 부터  회원 정보를 </a:t>
            </a:r>
            <a:r>
              <a:rPr lang="ko-KR" altLang="en-US" dirty="0" err="1"/>
              <a:t>로딩하여</a:t>
            </a:r>
            <a:r>
              <a:rPr lang="ko-KR" altLang="en-US" dirty="0"/>
              <a:t> </a:t>
            </a:r>
            <a:r>
              <a:rPr lang="ko-KR" altLang="en-US" dirty="0" err="1"/>
              <a:t>변경정보가</a:t>
            </a:r>
            <a:r>
              <a:rPr lang="ko-KR" altLang="en-US" dirty="0"/>
              <a:t> 반영되어 있어야 함</a:t>
            </a:r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3"/>
            <a:endParaRPr lang="en-US" altLang="ko-KR" sz="1400" dirty="0"/>
          </a:p>
          <a:p>
            <a:pPr lvl="1"/>
            <a:r>
              <a:rPr lang="ko-KR" altLang="en-US" sz="1400" dirty="0"/>
              <a:t>파일에 자동 저장 시킬 것</a:t>
            </a:r>
            <a:r>
              <a:rPr lang="en-US" altLang="ko-KR" sz="1400" dirty="0"/>
              <a:t>. </a:t>
            </a:r>
            <a:r>
              <a:rPr lang="ko-KR" altLang="en-US" sz="1400" dirty="0"/>
              <a:t>종료 후 </a:t>
            </a:r>
            <a:r>
              <a:rPr lang="ko-KR" altLang="en-US" sz="1400" dirty="0" err="1"/>
              <a:t>재시작시에</a:t>
            </a:r>
            <a:r>
              <a:rPr lang="ko-KR" altLang="en-US" sz="1400" dirty="0"/>
              <a:t> 파일 </a:t>
            </a:r>
            <a:r>
              <a:rPr lang="ko-KR" altLang="en-US" sz="1400" dirty="0" err="1"/>
              <a:t>저장정보</a:t>
            </a:r>
            <a:r>
              <a:rPr lang="ko-KR" altLang="en-US" sz="1400" dirty="0"/>
              <a:t> 사용 </a:t>
            </a:r>
            <a:endParaRPr lang="en-US" altLang="ko-KR" sz="1400" dirty="0"/>
          </a:p>
          <a:p>
            <a:pPr lvl="2"/>
            <a:r>
              <a:rPr lang="ko-KR" altLang="en-US" dirty="0"/>
              <a:t>패스워드는 </a:t>
            </a:r>
            <a:r>
              <a:rPr lang="en-US" altLang="ko-KR" dirty="0"/>
              <a:t>AES </a:t>
            </a:r>
            <a:r>
              <a:rPr lang="ko-KR" altLang="en-US" dirty="0"/>
              <a:t>를 사용해 암호화 저장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sz="1400" dirty="0" err="1"/>
              <a:t>DataInputStream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DataOutputStream</a:t>
            </a:r>
            <a:r>
              <a:rPr lang="en-US" altLang="ko-KR" sz="1400" dirty="0"/>
              <a:t> </a:t>
            </a:r>
            <a:r>
              <a:rPr lang="ko-KR" altLang="en-US" sz="1400" dirty="0"/>
              <a:t>사용할 것</a:t>
            </a:r>
            <a:endParaRPr lang="en-US" altLang="ko-KR" sz="1400" dirty="0"/>
          </a:p>
          <a:p>
            <a:pPr lvl="1"/>
            <a:endParaRPr lang="en-US" altLang="ko-KR" sz="1400" dirty="0"/>
          </a:p>
          <a:p>
            <a:pPr lvl="1"/>
            <a:r>
              <a:rPr lang="ko-KR" altLang="en-US" sz="1400" dirty="0"/>
              <a:t>회원정보 수정과 회원 탈퇴는 본인 및 </a:t>
            </a:r>
            <a:r>
              <a:rPr lang="en-US" altLang="ko-KR" sz="1400" dirty="0"/>
              <a:t>Administrator</a:t>
            </a:r>
            <a:r>
              <a:rPr lang="ko-KR" altLang="en-US" sz="1400" dirty="0"/>
              <a:t>만 가능하게 할 것</a:t>
            </a:r>
            <a:endParaRPr lang="en-US" altLang="ko-KR" sz="1400" dirty="0"/>
          </a:p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리포트 요구사항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1002" y="3192977"/>
            <a:ext cx="494718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dirty="0"/>
              <a:t>파일의 스키마 </a:t>
            </a:r>
            <a:r>
              <a:rPr lang="en-US" altLang="ko-KR" dirty="0"/>
              <a:t>:   ( id, password, name, </a:t>
            </a:r>
            <a:r>
              <a:rPr lang="ko-KR" altLang="en-US" dirty="0" err="1"/>
              <a:t>회원구분</a:t>
            </a:r>
            <a:r>
              <a:rPr lang="en-US" altLang="ko-KR" dirty="0"/>
              <a:t>)</a:t>
            </a:r>
          </a:p>
          <a:p>
            <a:r>
              <a:rPr lang="ko-KR" altLang="en-US" dirty="0" err="1"/>
              <a:t>회원구분은</a:t>
            </a:r>
            <a:r>
              <a:rPr lang="ko-KR" altLang="en-US" dirty="0"/>
              <a:t> </a:t>
            </a:r>
            <a:r>
              <a:rPr lang="en-US" altLang="ko-KR" dirty="0"/>
              <a:t>administrator(1)</a:t>
            </a:r>
            <a:r>
              <a:rPr lang="ko-KR" altLang="en-US" dirty="0"/>
              <a:t>와 </a:t>
            </a:r>
            <a:r>
              <a:rPr lang="en-US" altLang="ko-KR" dirty="0"/>
              <a:t>member(0)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9440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화면 구현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리포트 요구사항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332" y="1767254"/>
            <a:ext cx="2271712" cy="24929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57200" indent="-457200">
              <a:buFontTx/>
              <a:buAutoNum type="arabicPeriod"/>
              <a:defRPr/>
            </a:pPr>
            <a:r>
              <a:rPr lang="ko-KR" altLang="en-US" sz="1200" dirty="0"/>
              <a:t>신규 회원가입</a:t>
            </a:r>
            <a:endParaRPr lang="en-US" altLang="ko-KR" sz="1200" dirty="0"/>
          </a:p>
          <a:p>
            <a:pPr lvl="1">
              <a:defRPr/>
            </a:pPr>
            <a:endParaRPr lang="en-US" altLang="ko-KR" sz="1200" dirty="0"/>
          </a:p>
          <a:p>
            <a:pPr marL="457200" indent="-457200">
              <a:buFontTx/>
              <a:buAutoNum type="arabicPeriod"/>
              <a:defRPr/>
            </a:pPr>
            <a:r>
              <a:rPr lang="ko-KR" altLang="en-US" sz="1200" dirty="0"/>
              <a:t>회원정보 수정</a:t>
            </a:r>
            <a:endParaRPr lang="en-US" altLang="ko-KR" sz="1200" dirty="0"/>
          </a:p>
          <a:p>
            <a:pPr marL="914400" lvl="1" indent="-457200">
              <a:buFontTx/>
              <a:buAutoNum type="arabicPeriod"/>
              <a:defRPr/>
            </a:pPr>
            <a:r>
              <a:rPr lang="en-US" altLang="ko-KR" sz="1200" dirty="0"/>
              <a:t>pass</a:t>
            </a:r>
            <a:r>
              <a:rPr lang="ko-KR" altLang="en-US" sz="1200" dirty="0"/>
              <a:t> 수정</a:t>
            </a:r>
            <a:endParaRPr lang="en-US" altLang="ko-KR" sz="1200" dirty="0"/>
          </a:p>
          <a:p>
            <a:pPr marL="914400" lvl="1" indent="-457200">
              <a:buFontTx/>
              <a:buAutoNum type="arabicPeriod"/>
              <a:defRPr/>
            </a:pPr>
            <a:r>
              <a:rPr lang="ko-KR" altLang="en-US" sz="1200" dirty="0"/>
              <a:t>이름 수정</a:t>
            </a:r>
            <a:endParaRPr lang="en-US" altLang="ko-KR" sz="1200" dirty="0"/>
          </a:p>
          <a:p>
            <a:pPr marL="914400" lvl="1" indent="-457200">
              <a:buFontTx/>
              <a:buAutoNum type="arabicPeriod"/>
              <a:defRPr/>
            </a:pPr>
            <a:endParaRPr lang="en-US" altLang="ko-KR" sz="1200" dirty="0"/>
          </a:p>
          <a:p>
            <a:pPr marL="457200" indent="-457200">
              <a:buFontTx/>
              <a:buAutoNum type="arabicPeriod"/>
              <a:defRPr/>
            </a:pPr>
            <a:r>
              <a:rPr lang="ko-KR" altLang="en-US" sz="1200" dirty="0"/>
              <a:t>회원 삭제</a:t>
            </a:r>
            <a:endParaRPr lang="en-US" altLang="ko-KR" sz="1200" dirty="0"/>
          </a:p>
          <a:p>
            <a:pPr marL="457200" indent="-457200">
              <a:buFontTx/>
              <a:buAutoNum type="arabicPeriod"/>
              <a:defRPr/>
            </a:pPr>
            <a:endParaRPr lang="en-US" altLang="ko-KR" sz="1200" dirty="0"/>
          </a:p>
          <a:p>
            <a:pPr marL="457200" indent="-457200">
              <a:buFontTx/>
              <a:buAutoNum type="arabicPeriod"/>
              <a:defRPr/>
            </a:pPr>
            <a:r>
              <a:rPr lang="ko-KR" altLang="en-US" sz="1200" dirty="0"/>
              <a:t>회원정보 보기</a:t>
            </a:r>
            <a:endParaRPr lang="en-US" altLang="ko-KR" sz="1200" dirty="0"/>
          </a:p>
          <a:p>
            <a:pPr marL="457200" indent="-457200">
              <a:buFontTx/>
              <a:buAutoNum type="arabicPeriod"/>
              <a:defRPr/>
            </a:pPr>
            <a:endParaRPr lang="en-US" altLang="ko-KR" sz="1200" dirty="0"/>
          </a:p>
          <a:p>
            <a:pPr marL="457200" indent="-457200">
              <a:buFontTx/>
              <a:buAutoNum type="arabicPeriod"/>
              <a:defRPr/>
            </a:pPr>
            <a:r>
              <a:rPr lang="ko-KR" altLang="en-US" sz="1200" dirty="0"/>
              <a:t>이전 화면으로</a:t>
            </a:r>
            <a:endParaRPr lang="en-US" altLang="ko-KR" sz="1200" dirty="0"/>
          </a:p>
          <a:p>
            <a:pPr marL="457200" indent="-457200">
              <a:buFontTx/>
              <a:buAutoNum type="arabicPeriod"/>
              <a:defRPr/>
            </a:pPr>
            <a:endParaRPr lang="en-US" altLang="ko-KR" sz="1200" dirty="0"/>
          </a:p>
          <a:p>
            <a:pPr>
              <a:defRPr/>
            </a:pPr>
            <a:r>
              <a:rPr lang="ko-KR" altLang="en-US" sz="1200" dirty="0"/>
              <a:t>선택 </a:t>
            </a:r>
            <a:r>
              <a:rPr lang="en-US" altLang="ko-KR" sz="1200" dirty="0"/>
              <a:t>: ____</a:t>
            </a:r>
            <a:endParaRPr lang="ko-KR" altLang="en-US" sz="1200" dirty="0"/>
          </a:p>
        </p:txBody>
      </p:sp>
      <p:cxnSp>
        <p:nvCxnSpPr>
          <p:cNvPr id="6" name="직선 화살표 연결선 5"/>
          <p:cNvCxnSpPr/>
          <p:nvPr/>
        </p:nvCxnSpPr>
        <p:spPr>
          <a:xfrm flipV="1">
            <a:off x="2225677" y="1617785"/>
            <a:ext cx="2851881" cy="298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29961" y="1039560"/>
            <a:ext cx="2800767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신규 회원 정보 입력</a:t>
            </a:r>
            <a:br>
              <a:rPr lang="en-US" altLang="ko-KR" dirty="0"/>
            </a:br>
            <a:r>
              <a:rPr lang="ko-KR" altLang="en-US" sz="1200" dirty="0" err="1"/>
              <a:t>회원구분</a:t>
            </a:r>
            <a:r>
              <a:rPr lang="en-US" altLang="ko-KR" sz="1200" dirty="0"/>
              <a:t>(admin-1:member-0) :   1</a:t>
            </a:r>
          </a:p>
          <a:p>
            <a:r>
              <a:rPr lang="en-US" altLang="ko-KR" sz="1200" dirty="0"/>
              <a:t>id :  kwnam</a:t>
            </a:r>
            <a:br>
              <a:rPr lang="en-US" altLang="ko-KR" sz="1200" dirty="0"/>
            </a:br>
            <a:r>
              <a:rPr lang="en-US" altLang="ko-KR" sz="1200" dirty="0"/>
              <a:t>pass : 121212</a:t>
            </a:r>
            <a:br>
              <a:rPr lang="en-US" altLang="ko-KR" sz="1200" dirty="0"/>
            </a:br>
            <a:r>
              <a:rPr lang="en-US" altLang="ko-KR" sz="1200" dirty="0"/>
              <a:t>name : </a:t>
            </a:r>
            <a:r>
              <a:rPr lang="ko-KR" altLang="en-US" sz="1200" dirty="0" err="1"/>
              <a:t>남광우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ko-KR" altLang="en-US" sz="1200" dirty="0"/>
              <a:t>새로운 </a:t>
            </a:r>
            <a:r>
              <a:rPr lang="en-US" altLang="ko-KR" sz="1200" dirty="0"/>
              <a:t>id : kwnam</a:t>
            </a:r>
            <a:r>
              <a:rPr lang="ko-KR" altLang="en-US" sz="1200" dirty="0"/>
              <a:t>을</a:t>
            </a:r>
            <a:r>
              <a:rPr lang="en-US" altLang="ko-KR" sz="1200" dirty="0"/>
              <a:t>(</a:t>
            </a:r>
            <a:r>
              <a:rPr lang="ko-KR" altLang="en-US" sz="1200" dirty="0"/>
              <a:t>를</a:t>
            </a:r>
            <a:r>
              <a:rPr lang="en-US" altLang="ko-KR" sz="1200" dirty="0"/>
              <a:t>)</a:t>
            </a:r>
            <a:r>
              <a:rPr lang="ko-KR" altLang="en-US" sz="1200" dirty="0"/>
              <a:t> 생성 했습니다</a:t>
            </a:r>
            <a:r>
              <a:rPr lang="en-US" altLang="ko-KR" sz="1200" dirty="0"/>
              <a:t>.</a:t>
            </a:r>
            <a:br>
              <a:rPr lang="en-US" altLang="ko-KR" dirty="0"/>
            </a:br>
            <a:endParaRPr lang="ko-KR" altLang="en-US" dirty="0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2225677" y="2436718"/>
            <a:ext cx="2931011" cy="623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59634" y="2928571"/>
            <a:ext cx="3117072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회원정보 수정</a:t>
            </a:r>
            <a:br>
              <a:rPr lang="en-US" altLang="ko-KR" dirty="0"/>
            </a:br>
            <a:r>
              <a:rPr lang="en-US" altLang="ko-KR" sz="1200" dirty="0"/>
              <a:t>1. pass </a:t>
            </a:r>
            <a:r>
              <a:rPr lang="ko-KR" altLang="en-US" sz="1200" dirty="0"/>
              <a:t>수정 </a:t>
            </a:r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이름 수정</a:t>
            </a:r>
            <a:br>
              <a:rPr lang="en-US" altLang="ko-KR" sz="1200" dirty="0"/>
            </a:br>
            <a:r>
              <a:rPr lang="en-US" altLang="ko-KR" sz="1200" dirty="0"/>
              <a:t>0. </a:t>
            </a:r>
            <a:r>
              <a:rPr lang="ko-KR" altLang="en-US" sz="1200" dirty="0"/>
              <a:t>종료</a:t>
            </a:r>
            <a:br>
              <a:rPr lang="en-US" altLang="ko-KR" sz="1200" dirty="0"/>
            </a:br>
            <a:r>
              <a:rPr lang="ko-KR" altLang="en-US" sz="1200" dirty="0"/>
              <a:t>선택 </a:t>
            </a:r>
            <a:r>
              <a:rPr lang="en-US" altLang="ko-KR" sz="1200" dirty="0"/>
              <a:t>: 1</a:t>
            </a:r>
          </a:p>
          <a:p>
            <a:endParaRPr lang="en-US" altLang="ko-KR" sz="1200" dirty="0"/>
          </a:p>
          <a:p>
            <a:r>
              <a:rPr lang="en-US" altLang="ko-KR" sz="1200" dirty="0"/>
              <a:t>&gt;password</a:t>
            </a:r>
            <a:r>
              <a:rPr lang="ko-KR" altLang="en-US" sz="1200" dirty="0"/>
              <a:t>를 수정할 </a:t>
            </a:r>
            <a:r>
              <a:rPr lang="en-US" altLang="ko-KR" sz="1200" dirty="0"/>
              <a:t>id</a:t>
            </a:r>
            <a:r>
              <a:rPr lang="ko-KR" altLang="en-US" sz="1200" dirty="0"/>
              <a:t>를 입력하세요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kwnnn</a:t>
            </a:r>
            <a:br>
              <a:rPr lang="en-US" altLang="ko-KR" sz="1200" dirty="0"/>
            </a:br>
            <a:r>
              <a:rPr lang="en-US" altLang="ko-KR" sz="1200" dirty="0" err="1"/>
              <a:t>kwnnn</a:t>
            </a:r>
            <a:r>
              <a:rPr lang="ko-KR" altLang="en-US" sz="1200" dirty="0"/>
              <a:t>은 없는 사용자입니다</a:t>
            </a:r>
            <a:r>
              <a:rPr lang="en-US" altLang="ko-KR" sz="1200" dirty="0"/>
              <a:t>. </a:t>
            </a:r>
            <a:br>
              <a:rPr lang="en-US" altLang="ko-KR" sz="1200" dirty="0"/>
            </a:br>
            <a:r>
              <a:rPr lang="en-US" altLang="ko-KR" sz="1200" dirty="0"/>
              <a:t>1. pass </a:t>
            </a:r>
            <a:r>
              <a:rPr lang="ko-KR" altLang="en-US" sz="1200" dirty="0"/>
              <a:t>수정 </a:t>
            </a:r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이름 수정</a:t>
            </a:r>
            <a:br>
              <a:rPr lang="en-US" altLang="ko-KR" sz="1200" dirty="0"/>
            </a:br>
            <a:r>
              <a:rPr lang="en-US" altLang="ko-KR" sz="1200" dirty="0"/>
              <a:t>0. </a:t>
            </a:r>
            <a:r>
              <a:rPr lang="ko-KR" altLang="en-US" sz="1200" dirty="0"/>
              <a:t>종료</a:t>
            </a:r>
            <a:br>
              <a:rPr lang="en-US" altLang="ko-KR" sz="1200" dirty="0"/>
            </a:br>
            <a:r>
              <a:rPr lang="ko-KR" altLang="en-US" sz="1200" dirty="0"/>
              <a:t>선택 </a:t>
            </a:r>
            <a:r>
              <a:rPr lang="en-US" altLang="ko-KR" sz="1200" dirty="0"/>
              <a:t>: 1</a:t>
            </a:r>
          </a:p>
          <a:p>
            <a:r>
              <a:rPr lang="ko-KR" altLang="en-US" sz="1200" dirty="0"/>
              <a:t>수정할 </a:t>
            </a:r>
            <a:r>
              <a:rPr lang="en-US" altLang="ko-KR" sz="1200" dirty="0"/>
              <a:t>id : kwnam</a:t>
            </a:r>
          </a:p>
          <a:p>
            <a:r>
              <a:rPr lang="ko-KR" altLang="en-US" sz="1200" dirty="0"/>
              <a:t>신규 </a:t>
            </a:r>
            <a:r>
              <a:rPr lang="en-US" altLang="ko-KR" sz="1200" dirty="0"/>
              <a:t>password: 1111</a:t>
            </a:r>
            <a:br>
              <a:rPr lang="en-US" altLang="ko-KR" sz="1200" dirty="0"/>
            </a:br>
            <a:r>
              <a:rPr lang="ko-KR" altLang="en-US" sz="1200" dirty="0"/>
              <a:t>신규 </a:t>
            </a:r>
            <a:r>
              <a:rPr lang="en-US" altLang="ko-KR" sz="1200" dirty="0"/>
              <a:t>password(again): 1111</a:t>
            </a:r>
            <a:br>
              <a:rPr lang="en-US" altLang="ko-KR" sz="1200" dirty="0"/>
            </a:br>
            <a:r>
              <a:rPr lang="en-US" altLang="ko-KR" sz="1200" dirty="0"/>
              <a:t>kwnam</a:t>
            </a:r>
            <a:r>
              <a:rPr lang="ko-KR" altLang="en-US" sz="1200" dirty="0"/>
              <a:t>님의 패스워드를 수정했습니다</a:t>
            </a:r>
            <a:r>
              <a:rPr lang="en-US" altLang="ko-KR" sz="1200" dirty="0"/>
              <a:t>.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2186546" y="3418033"/>
            <a:ext cx="213754" cy="1321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08674" y="4884464"/>
            <a:ext cx="1850186" cy="12926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회원정보 보기</a:t>
            </a:r>
            <a:br>
              <a:rPr lang="en-US" altLang="ko-KR" dirty="0"/>
            </a:br>
            <a:r>
              <a:rPr lang="en-US" altLang="ko-KR" sz="1000" dirty="0"/>
              <a:t>id   pass name </a:t>
            </a:r>
            <a:r>
              <a:rPr lang="ko-KR" altLang="en-US" sz="1000" dirty="0"/>
              <a:t>구분</a:t>
            </a:r>
            <a:endParaRPr lang="en-US" altLang="ko-KR" sz="1000" dirty="0"/>
          </a:p>
          <a:p>
            <a:r>
              <a:rPr lang="en-US" altLang="ko-KR" sz="1000" dirty="0"/>
              <a:t>---------------------------</a:t>
            </a:r>
          </a:p>
          <a:p>
            <a:r>
              <a:rPr lang="en-US" altLang="ko-KR" sz="1000" dirty="0"/>
              <a:t>root 1234(AES)  root  1</a:t>
            </a:r>
          </a:p>
          <a:p>
            <a:r>
              <a:rPr lang="en-US" altLang="ko-KR" sz="1000" dirty="0"/>
              <a:t>kwnam 121212(AES)  </a:t>
            </a:r>
            <a:r>
              <a:rPr lang="ko-KR" altLang="en-US" sz="1000" dirty="0" err="1"/>
              <a:t>남광우</a:t>
            </a:r>
            <a:r>
              <a:rPr lang="ko-KR" altLang="en-US" sz="1000" dirty="0"/>
              <a:t> </a:t>
            </a:r>
            <a:r>
              <a:rPr lang="en-US" altLang="ko-KR" sz="1000" dirty="0"/>
              <a:t>0</a:t>
            </a:r>
          </a:p>
          <a:p>
            <a:r>
              <a:rPr lang="en-US" altLang="ko-KR" sz="1000" dirty="0" err="1"/>
              <a:t>hong</a:t>
            </a:r>
            <a:r>
              <a:rPr lang="en-US" altLang="ko-KR" sz="1000" dirty="0"/>
              <a:t> 121212(AES) </a:t>
            </a:r>
            <a:r>
              <a:rPr lang="ko-KR" altLang="en-US" sz="1000" dirty="0"/>
              <a:t>홍길동 </a:t>
            </a:r>
            <a:r>
              <a:rPr lang="en-US" altLang="ko-KR" sz="1000" dirty="0"/>
              <a:t>0</a:t>
            </a:r>
          </a:p>
          <a:p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200664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69303" y="1105117"/>
            <a:ext cx="8504583" cy="5469854"/>
          </a:xfrm>
        </p:spPr>
        <p:txBody>
          <a:bodyPr/>
          <a:lstStyle/>
          <a:p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기존 내용 갱신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(load)</a:t>
            </a:r>
          </a:p>
          <a:p>
            <a:pPr>
              <a:buFontTx/>
              <a:buChar char="-"/>
            </a:pP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1. </a:t>
            </a:r>
            <a:r>
              <a:rPr lang="en-US" altLang="ko-KR" sz="2000" dirty="0" err="1">
                <a:latin typeface="배찌체" panose="00000500000000000000" pitchFamily="2" charset="-127"/>
                <a:ea typeface="배찌체" panose="00000500000000000000" pitchFamily="2" charset="-127"/>
              </a:rPr>
              <a:t>InputStream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의  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read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를 이용하여 프로그램 최초 실행 시 파일에 담겨 있는 데이터를 </a:t>
            </a:r>
            <a:r>
              <a:rPr lang="en-US" altLang="ko-KR" sz="2000" dirty="0" err="1">
                <a:latin typeface="배찌체" panose="00000500000000000000" pitchFamily="2" charset="-127"/>
                <a:ea typeface="배찌체" panose="00000500000000000000" pitchFamily="2" charset="-127"/>
              </a:rPr>
              <a:t>ArrayList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에 추가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.</a:t>
            </a:r>
          </a:p>
          <a:p>
            <a:pPr>
              <a:buFontTx/>
              <a:buChar char="-"/>
            </a:pP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2. EOF(End Of File,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파일의 끝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)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도달 시 </a:t>
            </a:r>
            <a:r>
              <a:rPr lang="en-US" altLang="ko-KR" sz="2000" dirty="0" err="1">
                <a:latin typeface="배찌체" panose="00000500000000000000" pitchFamily="2" charset="-127"/>
                <a:ea typeface="배찌체" panose="00000500000000000000" pitchFamily="2" charset="-127"/>
              </a:rPr>
              <a:t>EOFException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을 활용하여 갱신을 종료하고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, finally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를 통해 </a:t>
            </a:r>
            <a:r>
              <a:rPr lang="en-US" altLang="ko-KR" sz="2000" dirty="0" err="1">
                <a:latin typeface="배찌체" panose="00000500000000000000" pitchFamily="2" charset="-127"/>
                <a:ea typeface="배찌체" panose="00000500000000000000" pitchFamily="2" charset="-127"/>
              </a:rPr>
              <a:t>InputStream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 System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을 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close()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한다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.</a:t>
            </a:r>
            <a:endParaRPr lang="ko-KR" altLang="en-US" sz="2000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프로그램 최초 실행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4F747B-0A5A-4863-9A7B-FA416F858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743" y="2982505"/>
            <a:ext cx="5954485" cy="359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41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로그인 화면 및 메모장 저장 내용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0" indent="0">
              <a:buNone/>
            </a:pPr>
            <a:r>
              <a:rPr lang="ko-KR" altLang="en-US" sz="1500" dirty="0">
                <a:latin typeface="배찌체" panose="00000500000000000000" pitchFamily="2" charset="-127"/>
                <a:ea typeface="배찌체" panose="00000500000000000000" pitchFamily="2" charset="-127"/>
              </a:rPr>
              <a:t>기본 관리자</a:t>
            </a:r>
            <a:r>
              <a:rPr lang="en-US" altLang="ko-KR" sz="1500" dirty="0">
                <a:latin typeface="배찌체" panose="00000500000000000000" pitchFamily="2" charset="-127"/>
                <a:ea typeface="배찌체" panose="00000500000000000000" pitchFamily="2" charset="-127"/>
              </a:rPr>
              <a:t>(root) </a:t>
            </a:r>
            <a:r>
              <a:rPr lang="ko-KR" altLang="en-US" sz="1500" dirty="0">
                <a:latin typeface="배찌체" panose="00000500000000000000" pitchFamily="2" charset="-127"/>
                <a:ea typeface="배찌체" panose="00000500000000000000" pitchFamily="2" charset="-127"/>
              </a:rPr>
              <a:t>관련 양식이 메모장에 구현되어 있습니다</a:t>
            </a:r>
            <a:r>
              <a:rPr lang="en-US" altLang="ko-KR" sz="1500" dirty="0">
                <a:latin typeface="배찌체" panose="00000500000000000000" pitchFamily="2" charset="-127"/>
                <a:ea typeface="배찌체" panose="00000500000000000000" pitchFamily="2" charset="-127"/>
              </a:rPr>
              <a:t>.</a:t>
            </a:r>
          </a:p>
          <a:p>
            <a:pPr marL="0" indent="0">
              <a:buNone/>
            </a:pPr>
            <a:r>
              <a:rPr lang="en-US" altLang="ko-KR" sz="1500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sz="1500" dirty="0">
                <a:latin typeface="배찌체" panose="00000500000000000000" pitchFamily="2" charset="-127"/>
                <a:ea typeface="배찌체" panose="00000500000000000000" pitchFamily="2" charset="-127"/>
              </a:rPr>
              <a:t>이진 파일이기 때문에 내용이 약간 </a:t>
            </a:r>
            <a:r>
              <a:rPr lang="ko-KR" altLang="en-US" sz="1500" dirty="0" err="1">
                <a:latin typeface="배찌체" panose="00000500000000000000" pitchFamily="2" charset="-127"/>
                <a:ea typeface="배찌체" panose="00000500000000000000" pitchFamily="2" charset="-127"/>
              </a:rPr>
              <a:t>깨져보일</a:t>
            </a:r>
            <a:r>
              <a:rPr lang="ko-KR" altLang="en-US" sz="1500" dirty="0">
                <a:latin typeface="배찌체" panose="00000500000000000000" pitchFamily="2" charset="-127"/>
                <a:ea typeface="배찌체" panose="00000500000000000000" pitchFamily="2" charset="-127"/>
              </a:rPr>
              <a:t> 수 있습니다</a:t>
            </a:r>
            <a:r>
              <a:rPr lang="en-US" altLang="ko-KR" sz="1500" dirty="0">
                <a:latin typeface="배찌체" panose="00000500000000000000" pitchFamily="2" charset="-127"/>
                <a:ea typeface="배찌체" panose="00000500000000000000" pitchFamily="2" charset="-127"/>
              </a:rPr>
              <a:t>.)</a:t>
            </a:r>
          </a:p>
          <a:p>
            <a:pPr marL="0" indent="0">
              <a:buNone/>
            </a:pPr>
            <a:endParaRPr lang="en-US" altLang="ko-KR" sz="1500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0" indent="0">
              <a:buNone/>
            </a:pPr>
            <a:endParaRPr lang="en-US" altLang="ko-KR" sz="1500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1.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아이디와 비밀번호 둘 중 하나라도 일치</a:t>
            </a:r>
            <a:endParaRPr lang="en-US" altLang="ko-KR" sz="2000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  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하지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않는 경우 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-&gt;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로그인 화면 재실행</a:t>
            </a:r>
            <a:endParaRPr lang="en-US" altLang="ko-KR" sz="2000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2.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관리자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정보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아이디와 비밀번호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가 모두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</a:p>
          <a:p>
            <a:pPr marL="0" indent="0">
              <a:buNone/>
            </a:pP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일치할 때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 -&gt;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관리 프로그램 이동</a:t>
            </a:r>
            <a:endParaRPr lang="en-US" altLang="ko-KR" sz="2000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프로그램 최초 실행 시 로그인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C2C87D-1A51-42F8-AD6E-F00E9F6B7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880" y="2397802"/>
            <a:ext cx="4733445" cy="373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328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69303" y="1048624"/>
            <a:ext cx="8504583" cy="508003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1.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로그인 기능</a:t>
            </a:r>
            <a:endParaRPr lang="en-US" altLang="ko-KR" sz="2000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buFontTx/>
              <a:buChar char="-"/>
            </a:pP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root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계정 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프로그램 최초 실행 시의 데이터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)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로 로그인하는 과정입니다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.</a:t>
            </a:r>
          </a:p>
          <a:p>
            <a:pPr>
              <a:buFontTx/>
              <a:buChar char="-"/>
            </a:pP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*root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계정의 아이디와 비밀번호 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: id) root / pw) 1234</a:t>
            </a:r>
            <a:endParaRPr lang="ko-KR" altLang="en-US" sz="2000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0</a:t>
            </a:r>
            <a:r>
              <a:rPr lang="ko-KR" altLang="en-US" dirty="0"/>
              <a:t>번 메뉴</a:t>
            </a:r>
            <a:r>
              <a:rPr lang="en-US" altLang="ko-KR" dirty="0"/>
              <a:t>) </a:t>
            </a:r>
            <a:r>
              <a:rPr lang="ko-KR" altLang="en-US" dirty="0"/>
              <a:t>로그인 및 로그아웃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868425-5FE2-9D3E-4F84-C7C7EB1C3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594" y="2612327"/>
            <a:ext cx="3114675" cy="1952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4EC097-B4CC-9E55-DFD7-0643978BBB82}"/>
              </a:ext>
            </a:extLst>
          </p:cNvPr>
          <p:cNvSpPr txBox="1"/>
          <p:nvPr/>
        </p:nvSpPr>
        <p:spPr>
          <a:xfrm>
            <a:off x="269303" y="5553368"/>
            <a:ext cx="3782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1. </a:t>
            </a:r>
            <a:r>
              <a:rPr lang="ko-KR" altLang="en-US" b="1" dirty="0">
                <a:latin typeface="배찌체" panose="00000500000000000000" pitchFamily="2" charset="-127"/>
                <a:ea typeface="배찌체" panose="00000500000000000000" pitchFamily="2" charset="-127"/>
              </a:rPr>
              <a:t>아이디 또는 비밀번호가 일치하지 않을 때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81B0D28-E0A2-0D61-15EB-F2EABCD34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114" y="2306972"/>
            <a:ext cx="3505600" cy="30404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3E0D53E-F68D-EF8C-D1E0-BE982421E9F7}"/>
              </a:ext>
            </a:extLst>
          </p:cNvPr>
          <p:cNvSpPr txBox="1"/>
          <p:nvPr/>
        </p:nvSpPr>
        <p:spPr>
          <a:xfrm>
            <a:off x="4187641" y="5553368"/>
            <a:ext cx="43859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2. </a:t>
            </a:r>
            <a:r>
              <a:rPr lang="ko-KR" altLang="en-US" b="1" dirty="0">
                <a:latin typeface="배찌체" panose="00000500000000000000" pitchFamily="2" charset="-127"/>
                <a:ea typeface="배찌체" panose="00000500000000000000" pitchFamily="2" charset="-127"/>
              </a:rPr>
              <a:t>아이디와 비밀번호가 모두 일치할 때 </a:t>
            </a:r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-&gt;</a:t>
            </a:r>
            <a:r>
              <a:rPr lang="ko-KR" altLang="en-US" b="1" dirty="0">
                <a:latin typeface="배찌체" panose="00000500000000000000" pitchFamily="2" charset="-127"/>
                <a:ea typeface="배찌체" panose="00000500000000000000" pitchFamily="2" charset="-127"/>
              </a:rPr>
              <a:t> 로그인 완료</a:t>
            </a:r>
            <a:endParaRPr lang="en-US" altLang="ko-KR" b="1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b="1" dirty="0">
                <a:latin typeface="배찌체" panose="00000500000000000000" pitchFamily="2" charset="-127"/>
                <a:ea typeface="배찌체" panose="00000500000000000000" pitchFamily="2" charset="-127"/>
              </a:rPr>
              <a:t>이후 로그아웃 이전까지 메뉴 출력 시 로그인 되어있는 유저의 </a:t>
            </a:r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name</a:t>
            </a:r>
            <a:r>
              <a:rPr lang="ko-KR" altLang="en-US" b="1" dirty="0">
                <a:latin typeface="배찌체" panose="00000500000000000000" pitchFamily="2" charset="-127"/>
                <a:ea typeface="배찌체" panose="00000500000000000000" pitchFamily="2" charset="-127"/>
              </a:rPr>
              <a:t>을 메뉴 상단에 출력</a:t>
            </a:r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87580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69303" y="1048624"/>
            <a:ext cx="8504583" cy="5080032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2.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로그아웃 기능</a:t>
            </a:r>
            <a:endParaRPr lang="en-US" altLang="ko-KR" sz="2000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buFontTx/>
              <a:buChar char="-"/>
            </a:pP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기존에 로그인 되어 있는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계정에서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로그아웃 하는 과정입니다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.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0</a:t>
            </a:r>
            <a:r>
              <a:rPr lang="ko-KR" altLang="en-US" dirty="0"/>
              <a:t>번 메뉴</a:t>
            </a:r>
            <a:r>
              <a:rPr lang="en-US" altLang="ko-KR" dirty="0"/>
              <a:t>) </a:t>
            </a:r>
            <a:r>
              <a:rPr lang="ko-KR" altLang="en-US" dirty="0"/>
              <a:t>로그인 및 로그아웃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2ABEEF-47E9-6E67-83AB-5E61E7C0EF0E}"/>
              </a:ext>
            </a:extLst>
          </p:cNvPr>
          <p:cNvSpPr txBox="1"/>
          <p:nvPr/>
        </p:nvSpPr>
        <p:spPr>
          <a:xfrm>
            <a:off x="370114" y="5448379"/>
            <a:ext cx="80272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교수님께 드리는 말씀 </a:t>
            </a:r>
            <a:r>
              <a:rPr lang="en-US" altLang="ko-KR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: </a:t>
            </a:r>
            <a:r>
              <a:rPr lang="ko-KR" altLang="en-US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로그아웃 기능은 원래 과제 양식 메뉴에 없는 내용입니다</a:t>
            </a:r>
            <a:r>
              <a:rPr lang="en-US" altLang="ko-KR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. </a:t>
            </a:r>
          </a:p>
          <a:p>
            <a:r>
              <a:rPr lang="ko-KR" altLang="en-US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허나</a:t>
            </a:r>
            <a:r>
              <a:rPr lang="en-US" altLang="ko-KR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lang="ko-KR" altLang="en-US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프로그램을 구현해 보면서 다른 아이디로 다시 로그인을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해야 하는</a:t>
            </a:r>
            <a:r>
              <a:rPr lang="ko-KR" altLang="en-US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 경우가 있을 텐데</a:t>
            </a:r>
            <a:r>
              <a:rPr lang="en-US" altLang="ko-KR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lang="ko-KR" altLang="en-US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이때 기존 로그인 되어 있는 상태에서 다른 아이디로 로그인</a:t>
            </a:r>
            <a:r>
              <a:rPr lang="en-US" altLang="ko-KR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중복성 위배</a:t>
            </a:r>
            <a:r>
              <a:rPr lang="en-US" altLang="ko-KR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r>
              <a:rPr lang="ko-KR" altLang="en-US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를 피하기 위해 로그아웃 기능을 한 번 구현해보게 되었습니다</a:t>
            </a:r>
            <a:r>
              <a:rPr lang="en-US" altLang="ko-KR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. </a:t>
            </a:r>
            <a:r>
              <a:rPr lang="ko-KR" altLang="en-US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이 점 참고 부탁드립니다</a:t>
            </a:r>
            <a:r>
              <a:rPr lang="en-US" altLang="ko-KR" sz="1800" dirty="0">
                <a:latin typeface="배찌체" panose="00000500000000000000" pitchFamily="2" charset="-127"/>
                <a:ea typeface="배찌체" panose="00000500000000000000" pitchFamily="2" charset="-127"/>
              </a:rPr>
              <a:t>.</a:t>
            </a:r>
            <a:endParaRPr lang="ko-KR" altLang="en-US" sz="1800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47CCFB-EEFD-CD39-BDE5-62A6E7025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53" y="1995964"/>
            <a:ext cx="4528972" cy="3308666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8FE45E3A-9F5D-F310-C10C-FEF0B2971795}"/>
              </a:ext>
            </a:extLst>
          </p:cNvPr>
          <p:cNvSpPr/>
          <p:nvPr/>
        </p:nvSpPr>
        <p:spPr>
          <a:xfrm rot="10800000">
            <a:off x="4273443" y="3503255"/>
            <a:ext cx="357280" cy="2940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C4F24C18-B77C-3AD2-EA4A-A87CEA865F4E}"/>
              </a:ext>
            </a:extLst>
          </p:cNvPr>
          <p:cNvSpPr/>
          <p:nvPr/>
        </p:nvSpPr>
        <p:spPr>
          <a:xfrm rot="10800000">
            <a:off x="1827597" y="2189525"/>
            <a:ext cx="286427" cy="2451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260B6CA6-4920-6358-A376-68A52B4D4389}"/>
              </a:ext>
            </a:extLst>
          </p:cNvPr>
          <p:cNvSpPr/>
          <p:nvPr/>
        </p:nvSpPr>
        <p:spPr>
          <a:xfrm rot="10800000">
            <a:off x="1827596" y="3885500"/>
            <a:ext cx="286427" cy="2451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A0F368-E97B-2FB8-8159-3BECA106CABE}"/>
              </a:ext>
            </a:extLst>
          </p:cNvPr>
          <p:cNvSpPr txBox="1"/>
          <p:nvPr/>
        </p:nvSpPr>
        <p:spPr>
          <a:xfrm>
            <a:off x="2114023" y="2198772"/>
            <a:ext cx="3267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로그인 되어있을 경우 메뉴에 로그아웃 메뉴 출력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FBFA04-3915-E42E-54FF-5E878743EE98}"/>
              </a:ext>
            </a:extLst>
          </p:cNvPr>
          <p:cNvSpPr txBox="1"/>
          <p:nvPr/>
        </p:nvSpPr>
        <p:spPr>
          <a:xfrm>
            <a:off x="4630722" y="3489563"/>
            <a:ext cx="3464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배찌체" panose="00000500000000000000" pitchFamily="2" charset="-127"/>
                <a:ea typeface="배찌체" panose="00000500000000000000" pitchFamily="2" charset="-127"/>
              </a:rPr>
              <a:t>로그아웃 메뉴 선택 시 해당 연결되어 있는 계정 로그아웃</a:t>
            </a:r>
            <a:endParaRPr lang="ko-KR" altLang="en-US" sz="1400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15C02B-2553-F791-E8A8-8A077034AF9B}"/>
              </a:ext>
            </a:extLst>
          </p:cNvPr>
          <p:cNvSpPr txBox="1"/>
          <p:nvPr/>
        </p:nvSpPr>
        <p:spPr>
          <a:xfrm>
            <a:off x="2172749" y="3852066"/>
            <a:ext cx="3267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배찌체" panose="00000500000000000000" pitchFamily="2" charset="-127"/>
                <a:ea typeface="배찌체" panose="00000500000000000000" pitchFamily="2" charset="-127"/>
              </a:rPr>
              <a:t>로그아웃 후 다시 로그인 메뉴 출력</a:t>
            </a:r>
          </a:p>
        </p:txBody>
      </p:sp>
    </p:spTree>
    <p:extLst>
      <p:ext uri="{BB962C8B-B14F-4D97-AF65-F5344CB8AC3E}">
        <p14:creationId xmlns:p14="http://schemas.microsoft.com/office/powerpoint/2010/main" val="3349246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69303" y="1105117"/>
            <a:ext cx="8504583" cy="5252140"/>
          </a:xfrm>
        </p:spPr>
        <p:txBody>
          <a:bodyPr/>
          <a:lstStyle/>
          <a:p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회원의 정보 입력 후 파일에 해당 회원 데이터 저장</a:t>
            </a:r>
            <a:endParaRPr lang="en-US" altLang="ko-KR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buFontTx/>
              <a:buChar char="-"/>
            </a:pP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가입 데이터 중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, password</a:t>
            </a:r>
            <a:r>
              <a:rPr lang="ko-KR" altLang="en-US" sz="2000" dirty="0" err="1">
                <a:latin typeface="배찌체" panose="00000500000000000000" pitchFamily="2" charset="-127"/>
                <a:ea typeface="배찌체" panose="00000500000000000000" pitchFamily="2" charset="-127"/>
              </a:rPr>
              <a:t>의경우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AES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의 암호화를 사용하여 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password data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 저장</a:t>
            </a:r>
            <a:endParaRPr lang="en-US" altLang="ko-KR" sz="2000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buFontTx/>
              <a:buChar char="-"/>
            </a:pP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가입 시 입력한 회원구분에 따라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후에 나올 여러 메뉴들이 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admin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과 일반 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member</a:t>
            </a:r>
            <a:r>
              <a:rPr lang="ko-KR" altLang="en-US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와 차이가 있음</a:t>
            </a:r>
            <a:r>
              <a:rPr lang="en-US" altLang="ko-KR" sz="2000" dirty="0">
                <a:latin typeface="배찌체" panose="00000500000000000000" pitchFamily="2" charset="-127"/>
                <a:ea typeface="배찌체" panose="00000500000000000000" pitchFamily="2" charset="-127"/>
              </a:rPr>
              <a:t>.</a:t>
            </a:r>
            <a:endParaRPr lang="ko-KR" altLang="en-US" sz="2000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번 메뉴</a:t>
            </a:r>
            <a:r>
              <a:rPr lang="en-US" altLang="ko-KR" dirty="0"/>
              <a:t>) </a:t>
            </a:r>
            <a:r>
              <a:rPr lang="ko-KR" altLang="en-US" dirty="0"/>
              <a:t>신규 회원가입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152F67-588B-9515-306D-814BA88E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99" y="2666783"/>
            <a:ext cx="3415559" cy="30861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588277-E6D8-77E5-1A5E-02D5DC797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558" y="2916609"/>
            <a:ext cx="3876886" cy="102478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65690DF-3548-4AA1-9102-E8BC9E661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6558" y="4639137"/>
            <a:ext cx="1885950" cy="2571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7436954-8E03-4987-B28E-253ECBBDBE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270" y="5146004"/>
            <a:ext cx="1914525" cy="228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2EC755-298F-495D-A259-47CE42D32333}"/>
              </a:ext>
            </a:extLst>
          </p:cNvPr>
          <p:cNvSpPr txBox="1"/>
          <p:nvPr/>
        </p:nvSpPr>
        <p:spPr>
          <a:xfrm>
            <a:off x="1204049" y="5752883"/>
            <a:ext cx="3044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1. </a:t>
            </a:r>
            <a:r>
              <a:rPr lang="ko-KR" altLang="en-US" b="1" dirty="0">
                <a:latin typeface="배찌체" panose="00000500000000000000" pitchFamily="2" charset="-127"/>
                <a:ea typeface="배찌체" panose="00000500000000000000" pitchFamily="2" charset="-127"/>
              </a:rPr>
              <a:t>회원가입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410A0B-2FA5-4037-AA97-9F136D1C9399}"/>
              </a:ext>
            </a:extLst>
          </p:cNvPr>
          <p:cNvSpPr txBox="1"/>
          <p:nvPr/>
        </p:nvSpPr>
        <p:spPr>
          <a:xfrm>
            <a:off x="4256448" y="3978685"/>
            <a:ext cx="3876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2. </a:t>
            </a:r>
            <a:r>
              <a:rPr lang="ko-KR" altLang="en-US" b="1" dirty="0">
                <a:latin typeface="배찌체" panose="00000500000000000000" pitchFamily="2" charset="-127"/>
                <a:ea typeface="배찌체" panose="00000500000000000000" pitchFamily="2" charset="-127"/>
              </a:rPr>
              <a:t>회원가입 후 저장된 리스트 정보</a:t>
            </a:r>
            <a:endParaRPr lang="en-US" altLang="ko-KR" b="1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6BE3B7-2321-4990-A679-0F56D62A3B92}"/>
              </a:ext>
            </a:extLst>
          </p:cNvPr>
          <p:cNvSpPr txBox="1"/>
          <p:nvPr/>
        </p:nvSpPr>
        <p:spPr>
          <a:xfrm>
            <a:off x="3966558" y="5448048"/>
            <a:ext cx="41912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3.AES </a:t>
            </a:r>
            <a:r>
              <a:rPr lang="ko-KR" altLang="en-US" b="1" dirty="0">
                <a:latin typeface="배찌체" panose="00000500000000000000" pitchFamily="2" charset="-127"/>
                <a:ea typeface="배찌체" panose="00000500000000000000" pitchFamily="2" charset="-127"/>
              </a:rPr>
              <a:t>암호화를 통해 </a:t>
            </a:r>
            <a:r>
              <a:rPr lang="ko-KR" altLang="en-US" b="1" dirty="0">
                <a:solidFill>
                  <a:schemeClr val="accent5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파일에 저장된 </a:t>
            </a:r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password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배찌체" panose="00000500000000000000" pitchFamily="2" charset="-127"/>
                <a:ea typeface="배찌체" panose="00000500000000000000" pitchFamily="2" charset="-127"/>
              </a:rPr>
              <a:t>상단 </a:t>
            </a:r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– personal</a:t>
            </a:r>
            <a:r>
              <a:rPr lang="ko-KR" altLang="en-US" b="1" dirty="0">
                <a:latin typeface="배찌체" panose="00000500000000000000" pitchFamily="2" charset="-127"/>
                <a:ea typeface="배찌체" panose="00000500000000000000" pitchFamily="2" charset="-127"/>
              </a:rPr>
              <a:t>의 </a:t>
            </a:r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password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배찌체" panose="00000500000000000000" pitchFamily="2" charset="-127"/>
                <a:ea typeface="배찌체" panose="00000500000000000000" pitchFamily="2" charset="-127"/>
              </a:rPr>
              <a:t>하단 </a:t>
            </a:r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– admin</a:t>
            </a:r>
            <a:r>
              <a:rPr lang="ko-KR" altLang="en-US" b="1" dirty="0">
                <a:latin typeface="배찌체" panose="00000500000000000000" pitchFamily="2" charset="-127"/>
                <a:ea typeface="배찌체" panose="00000500000000000000" pitchFamily="2" charset="-127"/>
              </a:rPr>
              <a:t>의 </a:t>
            </a:r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password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215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해당 메뉴를 통해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Password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 또는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name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수정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로그인 필요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</a:p>
          <a:p>
            <a:pPr>
              <a:buFontTx/>
              <a:buChar char="-"/>
            </a:pPr>
            <a:r>
              <a:rPr lang="en-US" altLang="ko-KR" sz="1700" dirty="0">
                <a:solidFill>
                  <a:schemeClr val="accent5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Admin(1) – </a:t>
            </a:r>
            <a:r>
              <a:rPr lang="ko-KR" altLang="en-US" sz="1700" dirty="0">
                <a:solidFill>
                  <a:schemeClr val="accent5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본인 외 타인의 정보도 변경 가능</a:t>
            </a:r>
            <a:r>
              <a:rPr lang="en-US" altLang="ko-KR" sz="1700" dirty="0">
                <a:solidFill>
                  <a:schemeClr val="accent5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, root </a:t>
            </a:r>
            <a:r>
              <a:rPr lang="ko-KR" altLang="en-US" sz="1700" dirty="0">
                <a:solidFill>
                  <a:schemeClr val="accent5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계정 포함</a:t>
            </a:r>
            <a:endParaRPr lang="en-US" altLang="ko-KR" sz="1700" dirty="0">
              <a:solidFill>
                <a:schemeClr val="accent5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buFontTx/>
              <a:buChar char="-"/>
            </a:pPr>
            <a:r>
              <a:rPr lang="en-US" altLang="ko-KR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Member(0) – </a:t>
            </a:r>
            <a:r>
              <a:rPr lang="ko-KR" altLang="en-US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본인의 정보만 변경 가능</a:t>
            </a:r>
            <a:endParaRPr lang="en-US" altLang="ko-KR" sz="1700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buFontTx/>
              <a:buChar char="-"/>
            </a:pPr>
            <a:r>
              <a:rPr lang="ko-KR" altLang="en-US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★ 정보 수정 후</a:t>
            </a:r>
            <a:r>
              <a:rPr lang="en-US" altLang="ko-KR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lang="en-US" altLang="ko-KR" sz="1700" dirty="0" err="1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updateList</a:t>
            </a:r>
            <a:r>
              <a:rPr lang="en-US" altLang="ko-KR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() method</a:t>
            </a:r>
            <a:r>
              <a:rPr lang="ko-KR" altLang="en-US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를 통해 수정한 내용 갱신</a:t>
            </a:r>
            <a:endParaRPr lang="en-US" altLang="ko-KR" sz="1700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buFontTx/>
              <a:buChar char="-"/>
            </a:pPr>
            <a:endParaRPr lang="en-US" altLang="ko-KR" sz="1700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buFontTx/>
              <a:buChar char="-"/>
            </a:pPr>
            <a:endParaRPr lang="ko-KR" altLang="en-US" sz="2000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번 메뉴</a:t>
            </a:r>
            <a:r>
              <a:rPr lang="en-US" altLang="ko-KR" dirty="0"/>
              <a:t>) </a:t>
            </a:r>
            <a:r>
              <a:rPr lang="ko-KR" altLang="en-US" dirty="0"/>
              <a:t>회원정보 수정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12B86A1-F186-4BE4-A6FE-F6266C0D2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77" y="2735383"/>
            <a:ext cx="2876550" cy="27241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5B665F-848F-4DD0-A58D-B10AA4A00B22}"/>
              </a:ext>
            </a:extLst>
          </p:cNvPr>
          <p:cNvSpPr txBox="1"/>
          <p:nvPr/>
        </p:nvSpPr>
        <p:spPr>
          <a:xfrm>
            <a:off x="370114" y="5462698"/>
            <a:ext cx="3783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1. Admin(1) 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권한으로 다른 아이디의 비밀번호 재설정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4293E52-D4A6-4AFE-894E-B9B9700A4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259" y="2531946"/>
            <a:ext cx="2876550" cy="27336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20B2AA1-5AC8-494D-A8B8-DB8E84A35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737" y="4494860"/>
            <a:ext cx="2677522" cy="7077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62D0AC-2826-42E7-9EA2-274DDDFE24CF}"/>
              </a:ext>
            </a:extLst>
          </p:cNvPr>
          <p:cNvSpPr txBox="1"/>
          <p:nvPr/>
        </p:nvSpPr>
        <p:spPr>
          <a:xfrm>
            <a:off x="4938430" y="5459533"/>
            <a:ext cx="4286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2. 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기존 리스트</a:t>
            </a:r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파일</a:t>
            </a:r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와 변경 후 리스트</a:t>
            </a:r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파일</a:t>
            </a:r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</a:p>
          <a:p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(admin 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아이디의 </a:t>
            </a:r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password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가</a:t>
            </a:r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 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변경 되어있음</a:t>
            </a:r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.)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E66AFC3-A1CC-45B1-BF1D-C940A422A4FE}"/>
              </a:ext>
            </a:extLst>
          </p:cNvPr>
          <p:cNvSpPr/>
          <p:nvPr/>
        </p:nvSpPr>
        <p:spPr>
          <a:xfrm>
            <a:off x="3875713" y="4933207"/>
            <a:ext cx="1062717" cy="3009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3BBD9A1-8615-4528-9C25-53BE9B6CA47E}"/>
              </a:ext>
            </a:extLst>
          </p:cNvPr>
          <p:cNvSpPr/>
          <p:nvPr/>
        </p:nvSpPr>
        <p:spPr>
          <a:xfrm>
            <a:off x="6627302" y="5045915"/>
            <a:ext cx="964735" cy="3009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97E7F47-7942-4C62-83D3-CD27C12B57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0791" y="3724100"/>
            <a:ext cx="2202992" cy="70775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B98CB24-648C-4D05-A150-256F96942E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9825" y="3724100"/>
            <a:ext cx="2056935" cy="707752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3E2A1D5F-3D63-477A-81C8-12A357A1FF21}"/>
              </a:ext>
            </a:extLst>
          </p:cNvPr>
          <p:cNvCxnSpPr/>
          <p:nvPr/>
        </p:nvCxnSpPr>
        <p:spPr>
          <a:xfrm>
            <a:off x="4153549" y="4320330"/>
            <a:ext cx="85467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9E2185C-6239-40AB-A77B-D30873F2BE67}"/>
              </a:ext>
            </a:extLst>
          </p:cNvPr>
          <p:cNvCxnSpPr/>
          <p:nvPr/>
        </p:nvCxnSpPr>
        <p:spPr>
          <a:xfrm>
            <a:off x="7435043" y="4346895"/>
            <a:ext cx="85467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1D9BFAB-5434-4E5E-A0EB-FD2034C86C42}"/>
              </a:ext>
            </a:extLst>
          </p:cNvPr>
          <p:cNvSpPr txBox="1"/>
          <p:nvPr/>
        </p:nvSpPr>
        <p:spPr>
          <a:xfrm>
            <a:off x="2905442" y="3342499"/>
            <a:ext cx="15016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기존 리스트</a:t>
            </a:r>
            <a:r>
              <a:rPr lang="en-US" altLang="ko-KR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파일</a:t>
            </a:r>
            <a:r>
              <a:rPr lang="en-US" altLang="ko-KR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1500" b="1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F461EA-1DAD-44F0-9FE5-AF5025406B14}"/>
              </a:ext>
            </a:extLst>
          </p:cNvPr>
          <p:cNvSpPr txBox="1"/>
          <p:nvPr/>
        </p:nvSpPr>
        <p:spPr>
          <a:xfrm>
            <a:off x="5533900" y="3342498"/>
            <a:ext cx="23895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변경 후 리스트</a:t>
            </a:r>
            <a:r>
              <a:rPr lang="en-US" altLang="ko-KR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파일</a:t>
            </a:r>
            <a:r>
              <a:rPr lang="en-US" altLang="ko-KR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1500" b="1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0945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69303" y="1105117"/>
            <a:ext cx="8504583" cy="5320850"/>
          </a:xfrm>
        </p:spPr>
        <p:txBody>
          <a:bodyPr/>
          <a:lstStyle/>
          <a:p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해당 메뉴를 통해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Password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 또는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name 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수정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로그인 필요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</a:p>
          <a:p>
            <a:pPr>
              <a:buFontTx/>
              <a:buChar char="-"/>
            </a:pPr>
            <a:r>
              <a:rPr lang="en-US" altLang="ko-KR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Admin(1) – </a:t>
            </a:r>
            <a:r>
              <a:rPr lang="ko-KR" altLang="en-US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본인 외 타인의 정보도 변경 가능</a:t>
            </a:r>
            <a:r>
              <a:rPr lang="en-US" altLang="ko-KR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, root </a:t>
            </a:r>
            <a:r>
              <a:rPr lang="ko-KR" altLang="en-US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계정 포함</a:t>
            </a:r>
            <a:endParaRPr lang="en-US" altLang="ko-KR" sz="1700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buFontTx/>
              <a:buChar char="-"/>
            </a:pPr>
            <a:r>
              <a:rPr lang="en-US" altLang="ko-KR" sz="1700" dirty="0">
                <a:solidFill>
                  <a:schemeClr val="accent5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Member(0) – </a:t>
            </a:r>
            <a:r>
              <a:rPr lang="ko-KR" altLang="en-US" sz="1700" dirty="0">
                <a:solidFill>
                  <a:schemeClr val="accent5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본인의 정보만 변경 가능</a:t>
            </a:r>
            <a:endParaRPr lang="en-US" altLang="ko-KR" sz="1700" dirty="0">
              <a:solidFill>
                <a:schemeClr val="accent5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buFontTx/>
              <a:buChar char="-"/>
            </a:pPr>
            <a:r>
              <a:rPr lang="ko-KR" altLang="en-US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★ 정보 수정 후</a:t>
            </a:r>
            <a:r>
              <a:rPr lang="en-US" altLang="ko-KR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lang="en-US" altLang="ko-KR" sz="1700" dirty="0" err="1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updateList</a:t>
            </a:r>
            <a:r>
              <a:rPr lang="en-US" altLang="ko-KR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() method</a:t>
            </a:r>
            <a:r>
              <a:rPr lang="ko-KR" altLang="en-US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를 통해 수정한 내용 갱신</a:t>
            </a:r>
            <a:endParaRPr lang="en-US" altLang="ko-KR" sz="1700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buFontTx/>
              <a:buChar char="-"/>
            </a:pPr>
            <a:endParaRPr lang="ko-KR" altLang="en-US" sz="2000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번 메뉴</a:t>
            </a:r>
            <a:r>
              <a:rPr lang="en-US" altLang="ko-KR" dirty="0"/>
              <a:t>) </a:t>
            </a:r>
            <a:r>
              <a:rPr lang="ko-KR" altLang="en-US" dirty="0"/>
              <a:t>회원정보 수정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5B665F-848F-4DD0-A58D-B10AA4A00B22}"/>
              </a:ext>
            </a:extLst>
          </p:cNvPr>
          <p:cNvSpPr txBox="1"/>
          <p:nvPr/>
        </p:nvSpPr>
        <p:spPr>
          <a:xfrm>
            <a:off x="370114" y="5462698"/>
            <a:ext cx="37834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1. Member(0) 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권한으로 본인 아이디의 이름 재설정</a:t>
            </a:r>
            <a:endParaRPr lang="en-US" altLang="ko-KR" sz="1600" b="1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(Member 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권한이기 때문에 아이디 입력이 뜨지 않고</a:t>
            </a:r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</a:p>
          <a:p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 본인의 정보만 수정할 수 있음</a:t>
            </a:r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.)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62D0AC-2826-42E7-9EA2-274DDDFE24CF}"/>
              </a:ext>
            </a:extLst>
          </p:cNvPr>
          <p:cNvSpPr txBox="1"/>
          <p:nvPr/>
        </p:nvSpPr>
        <p:spPr>
          <a:xfrm>
            <a:off x="4759063" y="5462697"/>
            <a:ext cx="42867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2. 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기존 리스트와 변경 후 리스트</a:t>
            </a:r>
            <a:endParaRPr lang="en-US" altLang="ko-KR" sz="1600" b="1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- 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좌측 </a:t>
            </a:r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: 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변경 전 리스트</a:t>
            </a:r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(admin 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권한으로 </a:t>
            </a:r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print)</a:t>
            </a:r>
          </a:p>
          <a:p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- 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우측 </a:t>
            </a:r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: 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변경 후 리스트</a:t>
            </a:r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(member, admin </a:t>
            </a:r>
            <a:r>
              <a:rPr lang="ko-KR" altLang="en-US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권한으로 </a:t>
            </a:r>
            <a:r>
              <a:rPr lang="en-US" altLang="ko-KR" sz="1600" b="1" dirty="0">
                <a:latin typeface="배찌체" panose="00000500000000000000" pitchFamily="2" charset="-127"/>
                <a:ea typeface="배찌체" panose="00000500000000000000" pitchFamily="2" charset="-127"/>
              </a:rPr>
              <a:t>print)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9846C9-6566-4236-AA14-30DD4FBD7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0" y="2910980"/>
            <a:ext cx="2711785" cy="24515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08147B0-F48D-47C4-ADE4-C8ACB3246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967" y="3501400"/>
            <a:ext cx="2490994" cy="6512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EA46CEE-3D8B-481F-8B89-DAE494054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892" y="4298103"/>
            <a:ext cx="2481469" cy="89495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B1183D6-FBF9-4CA4-B36D-4A0F6715B2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742" y="3935873"/>
            <a:ext cx="2490994" cy="707753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663A4444-62DD-4633-9433-4AFFE92E9A6E}"/>
              </a:ext>
            </a:extLst>
          </p:cNvPr>
          <p:cNvSpPr/>
          <p:nvPr/>
        </p:nvSpPr>
        <p:spPr>
          <a:xfrm>
            <a:off x="5928722" y="3968963"/>
            <a:ext cx="293615" cy="3009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B660475-5095-4A9D-9A2E-786C270A5D2F}"/>
              </a:ext>
            </a:extLst>
          </p:cNvPr>
          <p:cNvSpPr/>
          <p:nvPr/>
        </p:nvSpPr>
        <p:spPr>
          <a:xfrm>
            <a:off x="5237623" y="4223851"/>
            <a:ext cx="394985" cy="3009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E22180B-CB5A-48A8-9338-B7D80D28D204}"/>
              </a:ext>
            </a:extLst>
          </p:cNvPr>
          <p:cNvSpPr/>
          <p:nvPr/>
        </p:nvSpPr>
        <p:spPr>
          <a:xfrm>
            <a:off x="8076434" y="3748053"/>
            <a:ext cx="394985" cy="3009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F382BE7-DC12-4F05-9BF8-F88BBE5E9CC9}"/>
              </a:ext>
            </a:extLst>
          </p:cNvPr>
          <p:cNvSpPr/>
          <p:nvPr/>
        </p:nvSpPr>
        <p:spPr>
          <a:xfrm>
            <a:off x="8076433" y="4678727"/>
            <a:ext cx="394985" cy="3009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4B88712-2D1C-414B-8575-B79B0AEF97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0476" y="3178411"/>
            <a:ext cx="1968246" cy="651241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103A320-C18A-4D6A-AE60-C3F0ACA029F0}"/>
              </a:ext>
            </a:extLst>
          </p:cNvPr>
          <p:cNvCxnSpPr>
            <a:cxnSpLocks/>
          </p:cNvCxnSpPr>
          <p:nvPr/>
        </p:nvCxnSpPr>
        <p:spPr>
          <a:xfrm>
            <a:off x="5615830" y="3773931"/>
            <a:ext cx="36202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9E5DD44-AF6F-48F8-9BEB-38FEB52AB54B}"/>
              </a:ext>
            </a:extLst>
          </p:cNvPr>
          <p:cNvSpPr txBox="1"/>
          <p:nvPr/>
        </p:nvSpPr>
        <p:spPr>
          <a:xfrm>
            <a:off x="2937710" y="2749397"/>
            <a:ext cx="15016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기존 리스트</a:t>
            </a:r>
            <a:r>
              <a:rPr lang="en-US" altLang="ko-KR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파일</a:t>
            </a:r>
            <a:r>
              <a:rPr lang="en-US" altLang="ko-KR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1500" b="1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DD38AF-BF97-46D6-8331-2DA6E187F00D}"/>
              </a:ext>
            </a:extLst>
          </p:cNvPr>
          <p:cNvSpPr txBox="1"/>
          <p:nvPr/>
        </p:nvSpPr>
        <p:spPr>
          <a:xfrm>
            <a:off x="5884356" y="2782114"/>
            <a:ext cx="23895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latin typeface="배찌체" panose="00000500000000000000" pitchFamily="2" charset="-127"/>
                <a:ea typeface="배찌체" panose="00000500000000000000" pitchFamily="2" charset="-127"/>
              </a:rPr>
              <a:t>변경 </a:t>
            </a:r>
            <a:r>
              <a:rPr lang="ko-KR" altLang="en-US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후 리스트</a:t>
            </a:r>
            <a:r>
              <a:rPr lang="en-US" altLang="ko-KR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파일</a:t>
            </a:r>
            <a:r>
              <a:rPr lang="en-US" altLang="ko-KR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1500" b="1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C0F4A0F2-AD3F-4B93-8260-B1344B2D57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3946" y="3047301"/>
            <a:ext cx="1968246" cy="471824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31090FF8-B3C5-4C1E-ADF1-1CC4966E7E62}"/>
              </a:ext>
            </a:extLst>
          </p:cNvPr>
          <p:cNvCxnSpPr>
            <a:cxnSpLocks/>
          </p:cNvCxnSpPr>
          <p:nvPr/>
        </p:nvCxnSpPr>
        <p:spPr>
          <a:xfrm>
            <a:off x="8739194" y="3511019"/>
            <a:ext cx="36202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273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269303" y="1105117"/>
            <a:ext cx="8504583" cy="5287294"/>
          </a:xfrm>
        </p:spPr>
        <p:txBody>
          <a:bodyPr/>
          <a:lstStyle/>
          <a:p>
            <a:r>
              <a:rPr lang="ko-KR" altLang="en-US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해당 메뉴를 통해 본인의 회원 정보를 삭제</a:t>
            </a:r>
            <a:endParaRPr lang="en-US" altLang="ko-KR" sz="1700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r>
              <a:rPr lang="ko-KR" altLang="en-US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★ 정보 수정 후</a:t>
            </a:r>
            <a:r>
              <a:rPr lang="en-US" altLang="ko-KR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lang="en-US" altLang="ko-KR" sz="1700" dirty="0" err="1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updateList</a:t>
            </a:r>
            <a:r>
              <a:rPr lang="en-US" altLang="ko-KR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() method</a:t>
            </a:r>
            <a:r>
              <a:rPr lang="ko-KR" altLang="en-US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를 통해 수정한 내용 갱신</a:t>
            </a:r>
            <a:endParaRPr lang="en-US" altLang="ko-KR" sz="1700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r>
              <a:rPr lang="ko-KR" altLang="en-US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사용자가 직접 탈퇴하는 방법 이외에도 직접 관리자에게 부탁하여 탈퇴를 진행할 수도 있으나</a:t>
            </a:r>
            <a:r>
              <a:rPr lang="en-US" altLang="ko-KR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lang="ko-KR" altLang="en-US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해당 기능에서는 </a:t>
            </a:r>
            <a:r>
              <a:rPr lang="ko-KR" altLang="en-US" sz="1700" dirty="0">
                <a:solidFill>
                  <a:schemeClr val="accent1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본인의 아이디의 경우에 한해</a:t>
            </a:r>
            <a:r>
              <a:rPr lang="ko-KR" altLang="en-US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 스스로 </a:t>
            </a:r>
            <a:r>
              <a:rPr lang="ko-KR" altLang="en-US" sz="1700" dirty="0" err="1">
                <a:latin typeface="배찌체" panose="00000500000000000000" pitchFamily="2" charset="-127"/>
                <a:ea typeface="배찌체" panose="00000500000000000000" pitchFamily="2" charset="-127"/>
              </a:rPr>
              <a:t>탈퇴시킬</a:t>
            </a:r>
            <a:r>
              <a:rPr lang="ko-KR" altLang="en-US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 수 </a:t>
            </a:r>
            <a:r>
              <a:rPr lang="ko-KR" altLang="en-US" sz="1700" dirty="0" err="1">
                <a:latin typeface="배찌체" panose="00000500000000000000" pitchFamily="2" charset="-127"/>
                <a:ea typeface="배찌체" panose="00000500000000000000" pitchFamily="2" charset="-127"/>
              </a:rPr>
              <a:t>있도록만</a:t>
            </a:r>
            <a:r>
              <a:rPr lang="ko-KR" altLang="en-US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 구현</a:t>
            </a:r>
            <a:endParaRPr lang="en-US" altLang="ko-KR" sz="1700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r>
              <a:rPr lang="ko-KR" altLang="en-US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예외사항 </a:t>
            </a:r>
            <a:r>
              <a:rPr lang="en-US" altLang="ko-KR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) root(</a:t>
            </a:r>
            <a:r>
              <a:rPr lang="ko-KR" altLang="en-US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최초 로그인</a:t>
            </a:r>
            <a:r>
              <a:rPr lang="en-US" altLang="ko-KR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) </a:t>
            </a:r>
            <a:r>
              <a:rPr lang="ko-KR" altLang="en-US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계정의 경우 탈퇴 불가능</a:t>
            </a:r>
            <a:r>
              <a:rPr lang="en-US" altLang="ko-KR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lang="ko-KR" altLang="en-US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그 외의 경우는 탈퇴가 가능하다</a:t>
            </a:r>
            <a:r>
              <a:rPr lang="en-US" altLang="ko-KR" sz="1700" dirty="0">
                <a:latin typeface="배찌체" panose="00000500000000000000" pitchFamily="2" charset="-127"/>
                <a:ea typeface="배찌체" panose="00000500000000000000" pitchFamily="2" charset="-127"/>
              </a:rPr>
              <a:t>.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번 메뉴</a:t>
            </a:r>
            <a:r>
              <a:rPr lang="en-US" altLang="ko-KR" dirty="0"/>
              <a:t>) </a:t>
            </a:r>
            <a:r>
              <a:rPr lang="ko-KR" altLang="en-US" dirty="0"/>
              <a:t>회원정보 탈퇴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868511-A4CC-4091-8AF6-CD36D33D5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985" y="3379487"/>
            <a:ext cx="2895600" cy="2286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27FE49B-082A-465F-890A-32F69B37B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21" y="3840060"/>
            <a:ext cx="2581275" cy="1647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DE10A5-DE31-42BA-A3D1-76F550D91791}"/>
              </a:ext>
            </a:extLst>
          </p:cNvPr>
          <p:cNvSpPr txBox="1"/>
          <p:nvPr/>
        </p:nvSpPr>
        <p:spPr>
          <a:xfrm>
            <a:off x="469783" y="3209025"/>
            <a:ext cx="364921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탈퇴 메뉴를 사용할 수 없는 경우</a:t>
            </a:r>
            <a:r>
              <a:rPr lang="en-US" altLang="ko-KR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 )</a:t>
            </a:r>
            <a:endParaRPr lang="ko-KR" altLang="en-US" sz="1700" b="1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BD7E5-7EDA-4B02-8612-6BC874A76279}"/>
              </a:ext>
            </a:extLst>
          </p:cNvPr>
          <p:cNvSpPr txBox="1"/>
          <p:nvPr/>
        </p:nvSpPr>
        <p:spPr>
          <a:xfrm>
            <a:off x="804487" y="5665487"/>
            <a:ext cx="3187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1. </a:t>
            </a:r>
            <a:r>
              <a:rPr lang="ko-KR" altLang="en-US" b="1" dirty="0">
                <a:latin typeface="배찌체" panose="00000500000000000000" pitchFamily="2" charset="-127"/>
                <a:ea typeface="배찌체" panose="00000500000000000000" pitchFamily="2" charset="-127"/>
              </a:rPr>
              <a:t>로그인 되어있지 않은 상태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C6AE93-BD88-4336-A471-F7BC37533E8E}"/>
              </a:ext>
            </a:extLst>
          </p:cNvPr>
          <p:cNvSpPr txBox="1"/>
          <p:nvPr/>
        </p:nvSpPr>
        <p:spPr>
          <a:xfrm>
            <a:off x="5433013" y="5673181"/>
            <a:ext cx="334087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2. root(</a:t>
            </a:r>
            <a:r>
              <a:rPr lang="ko-KR" altLang="en-US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최초 로그인</a:t>
            </a:r>
            <a:r>
              <a:rPr lang="en-US" altLang="ko-KR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) </a:t>
            </a:r>
            <a:r>
              <a:rPr lang="ko-KR" altLang="en-US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계정</a:t>
            </a:r>
          </a:p>
        </p:txBody>
      </p:sp>
    </p:spTree>
    <p:extLst>
      <p:ext uri="{BB962C8B-B14F-4D97-AF65-F5344CB8AC3E}">
        <p14:creationId xmlns:p14="http://schemas.microsoft.com/office/powerpoint/2010/main" val="3648649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★ 정보 수정 후</a:t>
            </a:r>
            <a:r>
              <a:rPr lang="en-US" altLang="ko-KR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lang="en-US" altLang="ko-KR" sz="1700" dirty="0" err="1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updateList</a:t>
            </a:r>
            <a:r>
              <a:rPr lang="en-US" altLang="ko-KR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() method</a:t>
            </a:r>
            <a:r>
              <a:rPr lang="ko-KR" altLang="en-US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를 통해 수정한 내용 갱신</a:t>
            </a:r>
            <a:endParaRPr lang="en-US" altLang="ko-KR" sz="1700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번 메뉴</a:t>
            </a:r>
            <a:r>
              <a:rPr lang="en-US" altLang="ko-KR" dirty="0"/>
              <a:t>) </a:t>
            </a:r>
            <a:r>
              <a:rPr lang="ko-KR" altLang="en-US" dirty="0"/>
              <a:t>회원정보 탈퇴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4331F5F-BB6A-4081-940C-1E596C18B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87" y="3321647"/>
            <a:ext cx="2333625" cy="18669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A6E06F9-BEDE-4AE5-A7E9-0D25294AA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864" y="2391671"/>
            <a:ext cx="2676525" cy="30099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5859CB6-D29B-42FA-A7A0-97A7EDE71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479" y="4365133"/>
            <a:ext cx="2876550" cy="981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0AC075-04DD-48A0-B8E7-1CF06CD58F3E}"/>
              </a:ext>
            </a:extLst>
          </p:cNvPr>
          <p:cNvSpPr txBox="1"/>
          <p:nvPr/>
        </p:nvSpPr>
        <p:spPr>
          <a:xfrm>
            <a:off x="586487" y="5517682"/>
            <a:ext cx="322976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1. false </a:t>
            </a:r>
            <a:r>
              <a:rPr lang="ko-KR" altLang="en-US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선택 </a:t>
            </a:r>
            <a:r>
              <a:rPr lang="en-US" altLang="ko-KR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-&gt; </a:t>
            </a:r>
            <a:r>
              <a:rPr lang="ko-KR" altLang="en-US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메인으로 이동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0C5869-8C85-48AB-B194-9E8F39362C8A}"/>
              </a:ext>
            </a:extLst>
          </p:cNvPr>
          <p:cNvSpPr txBox="1"/>
          <p:nvPr/>
        </p:nvSpPr>
        <p:spPr>
          <a:xfrm>
            <a:off x="370114" y="2062700"/>
            <a:ext cx="3388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배찌체" panose="00000500000000000000" pitchFamily="2" charset="-127"/>
                <a:ea typeface="배찌체" panose="00000500000000000000" pitchFamily="2" charset="-127"/>
              </a:rPr>
              <a:t>로그인 되어있는 경우</a:t>
            </a:r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 )</a:t>
            </a:r>
          </a:p>
          <a:p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&lt;root </a:t>
            </a:r>
            <a:r>
              <a:rPr lang="ko-KR" altLang="en-US" b="1" dirty="0">
                <a:latin typeface="배찌체" panose="00000500000000000000" pitchFamily="2" charset="-127"/>
                <a:ea typeface="배찌체" panose="00000500000000000000" pitchFamily="2" charset="-127"/>
              </a:rPr>
              <a:t>계정 제외</a:t>
            </a:r>
            <a:r>
              <a:rPr lang="en-US" altLang="ko-KR" b="1" dirty="0">
                <a:latin typeface="배찌체" panose="00000500000000000000" pitchFamily="2" charset="-127"/>
                <a:ea typeface="배찌체" panose="00000500000000000000" pitchFamily="2" charset="-127"/>
              </a:rPr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BE0270-712B-4DB6-93C4-3C2EEC9F2F8E}"/>
              </a:ext>
            </a:extLst>
          </p:cNvPr>
          <p:cNvSpPr txBox="1"/>
          <p:nvPr/>
        </p:nvSpPr>
        <p:spPr>
          <a:xfrm>
            <a:off x="4345497" y="5619615"/>
            <a:ext cx="375826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2. true </a:t>
            </a:r>
            <a:r>
              <a:rPr lang="ko-KR" altLang="en-US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선택 </a:t>
            </a:r>
            <a:r>
              <a:rPr lang="en-US" altLang="ko-KR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-&gt; </a:t>
            </a:r>
            <a:r>
              <a:rPr lang="ko-KR" altLang="en-US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리스트와 파일에서 </a:t>
            </a:r>
            <a:r>
              <a:rPr lang="en-US" altLang="ko-KR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Data </a:t>
            </a:r>
            <a:r>
              <a:rPr lang="ko-KR" altLang="en-US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삭제</a:t>
            </a:r>
            <a:endParaRPr lang="en-US" altLang="ko-KR" sz="1700" b="1" dirty="0"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r>
              <a:rPr lang="ko-KR" altLang="en-US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탈퇴 후</a:t>
            </a:r>
            <a:r>
              <a:rPr lang="en-US" altLang="ko-KR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, </a:t>
            </a:r>
            <a:r>
              <a:rPr lang="ko-KR" altLang="en-US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로그인 되어있던 계정을 </a:t>
            </a:r>
            <a:r>
              <a:rPr lang="ko-KR" altLang="en-US" sz="1700" b="1" dirty="0" err="1">
                <a:latin typeface="배찌체" panose="00000500000000000000" pitchFamily="2" charset="-127"/>
                <a:ea typeface="배찌체" panose="00000500000000000000" pitchFamily="2" charset="-127"/>
              </a:rPr>
              <a:t>로그아웃함</a:t>
            </a:r>
            <a:endParaRPr lang="en-US" altLang="ko-KR" sz="1700" b="1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1146D0B-CF1D-4668-89C1-1D98EA14A3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1810" y="2534043"/>
            <a:ext cx="2720251" cy="981074"/>
          </a:xfrm>
          <a:prstGeom prst="rect">
            <a:avLst/>
          </a:prstGeom>
        </p:spPr>
      </p:pic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6FA6E1DB-98E4-47F7-A7F0-1B5602FBD0E7}"/>
              </a:ext>
            </a:extLst>
          </p:cNvPr>
          <p:cNvSpPr/>
          <p:nvPr/>
        </p:nvSpPr>
        <p:spPr>
          <a:xfrm>
            <a:off x="6936979" y="3631284"/>
            <a:ext cx="311109" cy="35688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787BFB-5E8F-4268-B420-9C3042B4BF76}"/>
              </a:ext>
            </a:extLst>
          </p:cNvPr>
          <p:cNvSpPr txBox="1"/>
          <p:nvPr/>
        </p:nvSpPr>
        <p:spPr>
          <a:xfrm>
            <a:off x="5630306" y="2206618"/>
            <a:ext cx="15016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기존 리스트</a:t>
            </a:r>
            <a:r>
              <a:rPr lang="en-US" altLang="ko-KR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파일</a:t>
            </a:r>
            <a:r>
              <a:rPr lang="en-US" altLang="ko-KR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1500" b="1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67724C-93E8-4DBE-995C-4251460CB4D5}"/>
              </a:ext>
            </a:extLst>
          </p:cNvPr>
          <p:cNvSpPr txBox="1"/>
          <p:nvPr/>
        </p:nvSpPr>
        <p:spPr>
          <a:xfrm>
            <a:off x="5583826" y="4005053"/>
            <a:ext cx="23895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탈퇴 후 리스트</a:t>
            </a:r>
            <a:r>
              <a:rPr lang="en-US" altLang="ko-KR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파일</a:t>
            </a:r>
            <a:r>
              <a:rPr lang="en-US" altLang="ko-KR" sz="1500" b="1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  <a:endParaRPr lang="ko-KR" altLang="en-US" sz="1500" b="1" dirty="0"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2416F95-4F0F-43D0-A46F-C4019254D4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3439" y="1696615"/>
            <a:ext cx="1675200" cy="98107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75A5630-48B4-4F95-93F3-98435C9122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3439" y="3515117"/>
            <a:ext cx="1675201" cy="981074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E99BB62-55AB-423D-8E54-2E00BFACA5B8}"/>
              </a:ext>
            </a:extLst>
          </p:cNvPr>
          <p:cNvCxnSpPr/>
          <p:nvPr/>
        </p:nvCxnSpPr>
        <p:spPr>
          <a:xfrm>
            <a:off x="7676425" y="2315361"/>
            <a:ext cx="854679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410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해당 메뉴를 통해 본인 혹은 타인의 회원 정보 확인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(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로그인 필요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)</a:t>
            </a:r>
          </a:p>
          <a:p>
            <a:pPr>
              <a:buFontTx/>
              <a:buChar char="-"/>
            </a:pPr>
            <a:r>
              <a:rPr lang="en-US" altLang="ko-KR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Admin(1) – </a:t>
            </a:r>
            <a:r>
              <a:rPr lang="ko-KR" altLang="en-US" sz="1700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본인 외 타인의 정보도 열람 가능</a:t>
            </a:r>
            <a:endParaRPr lang="en-US" altLang="ko-KR" sz="1700" dirty="0">
              <a:solidFill>
                <a:srgbClr val="FF0000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  <a:p>
            <a:pPr>
              <a:buFontTx/>
              <a:buChar char="-"/>
            </a:pPr>
            <a:r>
              <a:rPr lang="en-US" altLang="ko-KR" sz="1700" dirty="0">
                <a:solidFill>
                  <a:schemeClr val="accent5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Member(0) – </a:t>
            </a:r>
            <a:r>
              <a:rPr lang="ko-KR" altLang="en-US" sz="1700" dirty="0">
                <a:solidFill>
                  <a:schemeClr val="accent5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본인의 정보만 열람 가능</a:t>
            </a:r>
            <a:endParaRPr lang="en-US" altLang="ko-KR" sz="1700" dirty="0">
              <a:solidFill>
                <a:schemeClr val="accent5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번 메뉴</a:t>
            </a:r>
            <a:r>
              <a:rPr lang="en-US" altLang="ko-KR" dirty="0"/>
              <a:t>) </a:t>
            </a:r>
            <a:r>
              <a:rPr lang="ko-KR" altLang="en-US" dirty="0"/>
              <a:t>회원정보 보기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2A3574-B131-44A0-86A1-088CC9AEE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321" y="3836081"/>
            <a:ext cx="2886075" cy="10858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6BA335C-F7FA-4D56-977D-4BC00A046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923" y="3871064"/>
            <a:ext cx="2924175" cy="819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4EE6CE-F8D9-4AEE-9C36-32428EDB553D}"/>
              </a:ext>
            </a:extLst>
          </p:cNvPr>
          <p:cNvSpPr txBox="1"/>
          <p:nvPr/>
        </p:nvSpPr>
        <p:spPr>
          <a:xfrm>
            <a:off x="2600923" y="4948903"/>
            <a:ext cx="374987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Member(0)</a:t>
            </a:r>
            <a:r>
              <a:rPr lang="ko-KR" altLang="en-US" sz="1700" b="1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으로</a:t>
            </a:r>
            <a:r>
              <a:rPr lang="en-US" altLang="ko-KR" sz="1700" b="1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4</a:t>
            </a:r>
            <a:r>
              <a:rPr lang="ko-KR" altLang="en-US" sz="1700" b="1" dirty="0">
                <a:solidFill>
                  <a:srgbClr val="0070C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 메뉴를 선택한 경우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E5C4B-CF7B-4BD3-9D0D-FE7B40E3D747}"/>
              </a:ext>
            </a:extLst>
          </p:cNvPr>
          <p:cNvSpPr txBox="1"/>
          <p:nvPr/>
        </p:nvSpPr>
        <p:spPr>
          <a:xfrm>
            <a:off x="5807321" y="4945201"/>
            <a:ext cx="374987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Admin(0)</a:t>
            </a:r>
            <a:r>
              <a:rPr lang="ko-KR" altLang="en-US" sz="1700" b="1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으로</a:t>
            </a:r>
            <a:r>
              <a:rPr lang="en-US" altLang="ko-KR" sz="1700" b="1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 4</a:t>
            </a:r>
            <a:r>
              <a:rPr lang="ko-KR" altLang="en-US" sz="1700" b="1" dirty="0">
                <a:solidFill>
                  <a:srgbClr val="FF0000"/>
                </a:solidFill>
                <a:latin typeface="배찌체" panose="00000500000000000000" pitchFamily="2" charset="-127"/>
                <a:ea typeface="배찌체" panose="00000500000000000000" pitchFamily="2" charset="-127"/>
              </a:rPr>
              <a:t>번 메뉴를 선택한 경우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CEB649-0EF9-4C02-B510-498BDE1D8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37" y="3632939"/>
            <a:ext cx="1438275" cy="1295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A594A4-7FC7-4585-8190-FA40C1A9B082}"/>
              </a:ext>
            </a:extLst>
          </p:cNvPr>
          <p:cNvSpPr txBox="1"/>
          <p:nvPr/>
        </p:nvSpPr>
        <p:spPr>
          <a:xfrm>
            <a:off x="594735" y="4928339"/>
            <a:ext cx="247493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b="1" dirty="0">
                <a:latin typeface="배찌체" panose="00000500000000000000" pitchFamily="2" charset="-127"/>
                <a:ea typeface="배찌체" panose="00000500000000000000" pitchFamily="2" charset="-127"/>
              </a:rPr>
              <a:t>로그인 되어있지 않은 경우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09AD331-6FC4-4376-910C-527B72BCAE9E}"/>
              </a:ext>
            </a:extLst>
          </p:cNvPr>
          <p:cNvSpPr/>
          <p:nvPr/>
        </p:nvSpPr>
        <p:spPr>
          <a:xfrm>
            <a:off x="8242614" y="4236393"/>
            <a:ext cx="260921" cy="234892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2DE1AED-7D20-47ED-A3D7-BE014238334D}"/>
              </a:ext>
            </a:extLst>
          </p:cNvPr>
          <p:cNvSpPr/>
          <p:nvPr/>
        </p:nvSpPr>
        <p:spPr>
          <a:xfrm>
            <a:off x="5228647" y="4280639"/>
            <a:ext cx="260921" cy="234892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42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종료 메뉴에 해당하는 </a:t>
            </a:r>
            <a:r>
              <a:rPr lang="en-US" altLang="ko-KR" dirty="0">
                <a:latin typeface="배찌체" panose="00000500000000000000" pitchFamily="2" charset="-127"/>
                <a:ea typeface="배찌체" panose="00000500000000000000" pitchFamily="2" charset="-127"/>
              </a:rPr>
              <a:t>5</a:t>
            </a:r>
            <a:r>
              <a:rPr lang="ko-KR" altLang="en-US" dirty="0">
                <a:latin typeface="배찌체" panose="00000500000000000000" pitchFamily="2" charset="-127"/>
                <a:ea typeface="배찌체" panose="00000500000000000000" pitchFamily="2" charset="-127"/>
              </a:rPr>
              <a:t>번을 입력하면 이전 프로그램으로 이동</a:t>
            </a:r>
            <a:endParaRPr lang="en-US" altLang="ko-KR" sz="1700" dirty="0">
              <a:solidFill>
                <a:schemeClr val="accent5"/>
              </a:solidFill>
              <a:latin typeface="배찌체" panose="00000500000000000000" pitchFamily="2" charset="-127"/>
              <a:ea typeface="배찌체" panose="00000500000000000000" pitchFamily="2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번 메뉴</a:t>
            </a:r>
            <a:r>
              <a:rPr lang="en-US" altLang="ko-KR" dirty="0"/>
              <a:t>) </a:t>
            </a:r>
            <a:r>
              <a:rPr lang="ko-KR" altLang="en-US" dirty="0"/>
              <a:t>종료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7BC7FB1-0B6B-40E3-BC50-A29C341F8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005" y="2041887"/>
            <a:ext cx="3964737" cy="401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46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4663</TotalTime>
  <Words>1278</Words>
  <Application>Microsoft Office PowerPoint</Application>
  <PresentationFormat>화면 슬라이드 쇼(4:3)</PresentationFormat>
  <Paragraphs>163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배찌체</vt:lpstr>
      <vt:lpstr>Calibri Light</vt:lpstr>
      <vt:lpstr>Segoe UI Light</vt:lpstr>
      <vt:lpstr>Calibri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kwnam</dc:creator>
  <cp:lastModifiedBy>스노우707</cp:lastModifiedBy>
  <cp:revision>264</cp:revision>
  <cp:lastPrinted>2022-06-08T11:24:59Z</cp:lastPrinted>
  <dcterms:created xsi:type="dcterms:W3CDTF">2016-03-23T02:14:12Z</dcterms:created>
  <dcterms:modified xsi:type="dcterms:W3CDTF">2022-06-08T17:55:13Z</dcterms:modified>
</cp:coreProperties>
</file>